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af072cf77e4adf" /><Relationship Type="http://schemas.openxmlformats.org/officeDocument/2006/relationships/extended-properties" Target="/docProps/app.xml" Id="R024d77247da448ad" /><Relationship Type="http://schemas.openxmlformats.org/officeDocument/2006/relationships/officeDocument" Target="/ppt/presentation.xml" Id="Rb867fbd86e8e41bd" /></Relationships>
</file>

<file path=ppt/presentation.xml><?xml version="1.0" encoding="utf-8"?>
<p:presentation xmlns:p="http://schemas.openxmlformats.org/presentationml/2006/main">
  <p:sldMasterIdLst>
    <p:sldMasterId xmlns:r="http://schemas.openxmlformats.org/officeDocument/2006/relationships" id="2147483648" r:id="R1837f1c834d94830"/>
  </p:sldMasterIdLst>
  <p:notesMasterIdLst>
    <p:notesMasterId xmlns:r="http://schemas.openxmlformats.org/officeDocument/2006/relationships" r:id="R00893a4d6e3448b1"/>
  </p:notesMasterIdLst>
  <p:sldIdLst>
    <p:sldId xmlns:r="http://schemas.openxmlformats.org/officeDocument/2006/relationships" id="256" r:id="R6e68ef3dad2c45c4"/>
    <p:sldId xmlns:r="http://schemas.openxmlformats.org/officeDocument/2006/relationships" id="257" r:id="Ra3176030d1d246ad"/>
    <p:sldId xmlns:r="http://schemas.openxmlformats.org/officeDocument/2006/relationships" id="258" r:id="Rb0c72dc52ddd4e12"/>
    <p:sldId xmlns:r="http://schemas.openxmlformats.org/officeDocument/2006/relationships" id="259" r:id="Rd21331af7e924409"/>
    <p:sldId xmlns:r="http://schemas.openxmlformats.org/officeDocument/2006/relationships" id="260" r:id="R9fa3121e40464b1d"/>
    <p:sldId xmlns:r="http://schemas.openxmlformats.org/officeDocument/2006/relationships" id="261" r:id="Rb80d2ff277814861"/>
    <p:sldId xmlns:r="http://schemas.openxmlformats.org/officeDocument/2006/relationships" id="262" r:id="R166755db39744f59"/>
    <p:sldId xmlns:r="http://schemas.openxmlformats.org/officeDocument/2006/relationships" id="263" r:id="R4d86a6747ed14798"/>
    <p:sldId xmlns:r="http://schemas.openxmlformats.org/officeDocument/2006/relationships" id="264" r:id="Rf16cc618eafe48f0"/>
  </p:sldIdLst>
  <p:sldSz cx="18288000" cy="10287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92f01d78ebeb4d3d" /><Relationship Type="http://schemas.openxmlformats.org/officeDocument/2006/relationships/slideMaster" Target="/ppt/slideMasters/slideMaster1.xml" Id="R1837f1c834d94830" /><Relationship Type="http://schemas.openxmlformats.org/officeDocument/2006/relationships/notesMaster" Target="/ppt/notesMasters/notesMaster1.xml" Id="R00893a4d6e3448b1" /><Relationship Type="http://schemas.openxmlformats.org/officeDocument/2006/relationships/presProps" Target="/ppt/presProps.xml" Id="R419e4c1289ef4a3d" /><Relationship Type="http://schemas.openxmlformats.org/officeDocument/2006/relationships/viewProps" Target="/ppt/viewProps.xml" Id="Rf094c8cad7644fcc" /><Relationship Type="http://schemas.openxmlformats.org/officeDocument/2006/relationships/tableStyles" Target="/ppt/tableStyles.xml" Id="R5a3e9ab4aff44670" /><Relationship Type="http://schemas.openxmlformats.org/officeDocument/2006/relationships/slide" Target="/ppt/slides/slide1.xml" Id="R6e68ef3dad2c45c4" /><Relationship Type="http://schemas.openxmlformats.org/officeDocument/2006/relationships/slide" Target="/ppt/slides/slide2.xml" Id="Ra3176030d1d246ad" /><Relationship Type="http://schemas.openxmlformats.org/officeDocument/2006/relationships/slide" Target="/ppt/slides/slide3.xml" Id="Rb0c72dc52ddd4e12" /><Relationship Type="http://schemas.openxmlformats.org/officeDocument/2006/relationships/slide" Target="/ppt/slides/slide4.xml" Id="Rd21331af7e924409" /><Relationship Type="http://schemas.openxmlformats.org/officeDocument/2006/relationships/slide" Target="/ppt/slides/slide5.xml" Id="R9fa3121e40464b1d" /><Relationship Type="http://schemas.openxmlformats.org/officeDocument/2006/relationships/slide" Target="/ppt/slides/slide6.xml" Id="Rb80d2ff277814861" /><Relationship Type="http://schemas.openxmlformats.org/officeDocument/2006/relationships/slide" Target="/ppt/slides/slide7.xml" Id="R166755db39744f59" /><Relationship Type="http://schemas.openxmlformats.org/officeDocument/2006/relationships/slide" Target="/ppt/slides/slide8.xml" Id="R4d86a6747ed14798" /><Relationship Type="http://schemas.openxmlformats.org/officeDocument/2006/relationships/slide" Target="/ppt/slides/slide9.xml" Id="Rf16cc618eafe48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00227543a547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96e0a305414c8c" /><Relationship Type="http://schemas.openxmlformats.org/officeDocument/2006/relationships/notesMaster" Target="/ppt/notesMasters/notesMaster1.xml" Id="R4e9549eb8f8c43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326c51f5794b2a" /><Relationship Type="http://schemas.openxmlformats.org/officeDocument/2006/relationships/notesMaster" Target="/ppt/notesMasters/notesMaster1.xml" Id="R2522f2b2d44544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9d2b849dd2437d" /><Relationship Type="http://schemas.openxmlformats.org/officeDocument/2006/relationships/notesMaster" Target="/ppt/notesMasters/notesMaster1.xml" Id="R04df4be352814f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f5d1c0606f4d99" /><Relationship Type="http://schemas.openxmlformats.org/officeDocument/2006/relationships/notesMaster" Target="/ppt/notesMasters/notesMaster1.xml" Id="R7a6d94f9ad2241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5c01a5d9634420" /><Relationship Type="http://schemas.openxmlformats.org/officeDocument/2006/relationships/notesMaster" Target="/ppt/notesMasters/notesMaster1.xml" Id="R2f15511273034d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f4c2d5485b43d3" /><Relationship Type="http://schemas.openxmlformats.org/officeDocument/2006/relationships/notesMaster" Target="/ppt/notesMasters/notesMaster1.xml" Id="R5f3a3c0bbe98410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809f1cacac4f7f" /><Relationship Type="http://schemas.openxmlformats.org/officeDocument/2006/relationships/notesMaster" Target="/ppt/notesMasters/notesMaster1.xml" Id="R1e8c5e4ca79141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3573ef71ac487d" /><Relationship Type="http://schemas.openxmlformats.org/officeDocument/2006/relationships/notesMaster" Target="/ppt/notesMasters/notesMaster1.xml" Id="Re7c7fd7894e740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2bb495a37c45aa" /><Relationship Type="http://schemas.openxmlformats.org/officeDocument/2006/relationships/notesMaster" Target="/ppt/notesMasters/notesMaster1.xml" Id="Rfdce3afcf6d14a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Mailers final presentation — four-minute script</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Before the event: fill in team member names if desired, rehearse at normal speaking speed and bring the entire project folder on both laptops. Open dashboard.html before connecting the projector. The schedule allows one minute setup, four minutes presentation and two minutes questions. Keep screenshots in demo/ as backup.</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Slides 1–2 · 0:00–0:20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are team Mailers. Our project is Postal Insights, a local dashboard for understanding how American households use mail. We built it for the USPS Office of Inspector General challenge: make dense annual survey reports easier to explore and turn their evidence into useful comparisons.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3 · 0:20–0:45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information exists across many annual PDFs, but finding comparable values is difficult. Some newer reports revise historical figures, and the newest summaries switch from billions of pieces to pieces per household. A chart that silently joins those numbers can look convincing and still be misleading. Our approach makes those differences visible and keeps every plotted value connected to its source.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4 · 0:45–1:10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dashboard has five sections: historical trends, household comparisons, a forecast lab, report insights, and sources and methods. We collected twenty report years and structured Table E.2 from nineteen editions. Historical comparison columns also give us annual observations back to 2003. Everything runs locally, including the charts and extractive summaries, without a cloud service or API key.</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5 · 1:10–1:40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workflow copies the full reports, extracts text, structures tables and records the filename, edition, units and PDF page. For the long-term view we choose the latest available historical estimate. Because questionnaire and classification changes remain, this is not a fully harmonized series; we also provide within-edition comparisons. The NLP feature uses topic-weighted TextRank to select relevant source sentences. It quotes the report rather than inventing an explanation.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6 · 1:40–2:10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forecast lab compares a last-observation baseline, a linear trend and a damped trend. We select on 2018 through 2020 validation years and evaluate separately on 2021 through 2023. The total-mail model has a held-out mean absolute error of 4.49 billion pieces, compared with 4.40 for the simple baseline. It did not outperform the baseline, and we display that result. The projections are exploratory scenarios frozen at 2023; the shaded bands are sensitivity bands, not confidence intervals.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7 · 2:10–3:30 · Live demonstration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Trends. The total series shows 97.4 billion pieces for 2023, with a source link behind each point. Switch to a single report edition and choose 2025: the unit changes to pieces per household per year, and the published total is 637.3. These values stay separate.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Households. In 2025, households headed by someone under 35 received 346.9 pieces per year, while those headed by someone 75 or older received 874.4. Switch to income or ownership to see another survey breakdown. These are associations, not causal estimates or joint household filters.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Report insights and choose a topic. Each selected passage links to the actual PDF page. Finally, open Forecast lab and point to the held-out error and baseline comparison. Export a CSV if time allows. If anything fails, show the matching screenshots from demo/.</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Slides 8–9 · 3:30–4:00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value is a shorter path from a question to an auditable table, comparison and draft evidence brief. We have not measured the challenge’s fifty-percent preparation-time target. The next evaluation would time the same reporting task with and without this dashboard and check both speed and accuracy. Our main next data step is harmonizing classifications and building a consistent annual per-household series for more current forecasting. Thank you; we welcome your questions.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Judge questions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**Is the summarizer generative AI?** No. It is local extractive NLP using graph ranking, not an LLM. It selects and quotes report sentences. Arithmetic summaries are separate.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**Why does the forecast stop training at 2023?** The latest extracted E.2 reports switch units. We retain those reports separately rather than introduce an unsupported conversion. Forecast scenarios can extend to 2030, but they remain based on a 2023 cutoff.</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**Did your model beat a simple baseline?** The total-mail model did not. Both held-out errors are visible. Three held-out years and source revisions limit the evaluation.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**Did you achieve the fifty-percent goal?** We have not run a timed user study. It is the target for a follow-up evaluation, not a measured outcome.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**Can I filter by exact USPS product?** The current historical view uses mail-market purpose from E.2. It does not provide a full postal-product taxonomy. That would require additional source-table extraction and mapping.</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**Are all years fully digitized?** No. We have full report files, but structured extraction focuses on summary E.2 tables and FY2025 demographic tables. The source library describes the scope and image-based pages.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 2025 HOUSEHOLD MAIL SURVEY, PDF pp. 16–17, Tables 2.2–2.6; FY2023 HDS Table E.2; data/submission.json. Forecast evaluation is retrospective; no operational accuracy or efficiency improvement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Mailers final presentation — four-minute script</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Before the event: fill in team member names if desired, rehearse at normal speaking speed and bring the entire project folder on both laptops. Open dashboard.html before connecting the projector. The schedule allows one minute setup, four minutes presentation and two minutes questions. Keep screenshots in demo/ as backup.</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Slides 1–2 · 0:00–0:20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are team Mailers. Our project is Postal Insights, a local dashboard for understanding how American households use mail. We built it for the USPS Office of Inspector General challenge: make dense annual survey reports easier to explore and turn their evidence into useful comparisons.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3 · 0:20–0:45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information exists across many annual PDFs, but finding comparable values is difficult. Some newer reports revise historical figures, and the newest summaries switch from billions of pieces to pieces per household. A chart that silently joins those numbers can look convincing and still be misleading. Our approach makes those differences visible and keeps every plotted value connected to its source.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4 · 0:45–1:10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dashboard has five sections: historical trends, household comparisons, a forecast lab, report insights, and sources and methods. We collected twenty report years and structured Table E.2 from nineteen editions. Historical comparison columns also give us annual observations back to 2003. Everything runs locally, including the charts and extractive summaries, without a cloud service or API key.</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5 · 1:10–1:40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workflow copies the full reports, extracts text, structures tables and records the filename, edition, units and PDF page. For the long-term view we choose the latest available historical estimate. Because questionnaire and classification changes remain, this is not a fully harmonized series; we also provide within-edition comparisons. The NLP feature uses topic-weighted TextRank to select relevant source sentences. It quotes the report rather than inventing an explanation.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6 · 1:40–2:10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forecast lab compares a last-observation baseline, a linear trend and a damped trend. We select on 2018 through 2020 validation years and evaluate separately on 2021 through 2023. The total-mail model has a held-out mean absolute error of 4.49 billion pieces, compared with 4.40 for the simple baseline. It did not outperform the baseline, and we display that result. The projections are exploratory scenarios frozen at 2023; the shaded bands are sensitivity bands, not confidence intervals.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7 · 2:10–3:30 · Live demonstration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Trends. The total series shows 97.4 billion pieces for 2023, with a source link behind each point. Switch to a single report edition and choose 2025: the unit changes to pieces per household per year, and the published total is 637.3. These values stay separate.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Households. In 2025, households headed by someone under 35 received 346.9 pieces per year, while those headed by someone 75 or older received 874.4. Switch to income or ownership to see another survey breakdown. These are associations, not causal estimates or joint household filters.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Report insights and choose a topic. Each selected passage links to the actual PDF page. Finally, open Forecast lab and point to the held-out error and baseline comparison. Export a CSV if time allows. If anything fails, show the matching screenshots from demo/.</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Slides 8–9 · 3:30–4:00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value is a shorter path from a question to an auditable table, comparison and draft evidence brief. We have not measured the challenge’s fifty-percent preparation-time target. The next evaluation would time the same reporting task with and without this dashboard and check both speed and accuracy. Our main next data step is harmonizing classifications and building a consistent annual per-household series for more current forecasting. Thank you; we welcome your questions.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Judge questions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**Is the summarizer generative AI?** No. It is local extractive NLP using graph ranking, not an LLM. It selects and quotes report sentences. Arithmetic summaries are separate.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**Why does the forecast stop training at 2023?** The latest extracted E.2 reports switch units. We retain those reports separately rather than introduce an unsupported conversion. Forecast scenarios can extend to 2030, but they remain based on a 2023 cutoff.</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**Did your model beat a simple baseline?** The total-mail model did not. Both held-out errors are visible. Three held-out years and source revisions limit the evaluation.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**Did you achieve the fifty-percent goal?** We have not run a timed user study. It is the target for a follow-up evaluation, not a measured outcome.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**Can I filter by exact USPS product?** The current historical view uses mail-market purpose from E.2. It does not provide a full postal-product taxonomy. That would require additional source-table extraction and mapping.</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**Are all years fully digitized?** No. We have full report files, but structured extraction focuses on summary E.2 tables and FY2025 demographic tables. The source library describes the scope and image-based pages.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 2025 HOUSEHOLD MAIL SURVEY, PDF pp. 16–17, Tables 2.2–2.6; FY2023 HDS Table E.2; data/submission.json. Forecast evaluation is retrospective; no operational accuracy or efficiency improvement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Mailers final presentation — four-minute script</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Before the event: fill in team member names if desired, rehearse at normal speaking speed and bring the entire project folder on both laptops. Open dashboard.html before connecting the projector. The schedule allows one minute setup, four minutes presentation and two minutes questions. Keep screenshots in demo/ as backup.</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Slides 1–2 · 0:00–0:20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are team Mailers. Our project is Postal Insights, a local dashboard for understanding how American households use mail. We built it for the USPS Office of Inspector General challenge: make dense annual survey reports easier to explore and turn their evidence into useful comparisons.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3 · 0:20–0:45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information exists across many annual PDFs, but finding comparable values is difficult. Some newer reports revise historical figures, and the newest summaries switch from billions of pieces to pieces per household. A chart that silently joins those numbers can look convincing and still be misleading. Our approach makes those differences visible and keeps every plotted value connected to its source.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4 · 0:45–1:10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dashboard has five sections: historical trends, household comparisons, a forecast lab, report insights, and sources and methods. We collected twenty report years and structured Table E.2 from nineteen editions. Historical comparison columns also give us annual observations back to 2003. Everything runs locally, including the charts and extractive summaries, without a cloud service or API key.</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5 · 1:10–1:40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workflow copies the full reports, extracts text, structures tables and records the filename, edition, units and PDF page. For the long-term view we choose the latest available historical estimate. Because questionnaire and classification changes remain, this is not a fully harmonized series; we also provide within-edition comparisons. The NLP feature uses topic-weighted TextRank to select relevant source sentences. It quotes the report rather than inventing an explanation.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6 · 1:40–2:10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forecast lab compares a last-observation baseline, a linear trend and a damped trend. We select on 2018 through 2020 validation years and evaluate separately on 2021 through 2023. The total-mail model has a held-out mean absolute error of 4.49 billion pieces, compared with 4.40 for the simple baseline. It did not outperform the baseline, and we display that result. The projections are exploratory scenarios frozen at 2023; the shaded bands are sensitivity bands, not confidence intervals.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7 · 2:10–3:30 · Live demonstration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Trends. The total series shows 97.4 billion pieces for 2023, with a source link behind each point. Switch to a single report edition and choose 2025: the unit changes to pieces per household per year, and the published total is 637.3. These values stay separate.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Households. In 2025, households headed by someone under 35 received 346.9 pieces per year, while those headed by someone 75 or older received 874.4. Switch to income or ownership to see another survey breakdown. These are associations, not causal estimates or joint household filters.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Report insights and choose a topic. Each selected passage links to the actual PDF page. Finally, open Forecast lab and point to the held-out error and baseline comparison. Export a CSV if time allows. If anything fails, show the matching screenshots from demo/.</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Slides 8–9 · 3:30–4:00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value is a shorter path from a question to an auditable table, comparison and draft evidence brief. We have not measured the challenge’s fifty-percent preparation-time target. The next evaluation would time the same reporting task with and without this dashboard and check both speed and accuracy. Our main next data step is harmonizing classifications and building a consistent annual per-household series for more current forecasting. Thank you; we welcome your questions.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Judge questions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**Is the summarizer generative AI?** No. It is local extractive NLP using graph ranking, not an LLM. It selects and quotes report sentences. Arithmetic summaries are separate.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**Why does the forecast stop training at 2023?** The latest extracted E.2 reports switch units. We retain those reports separately rather than introduce an unsupported conversion. Forecast scenarios can extend to 2030, but they remain based on a 2023 cutoff.</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**Did your model beat a simple baseline?** The total-mail model did not. Both held-out errors are visible. Three held-out years and source revisions limit the evaluation.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**Did you achieve the fifty-percent goal?** We have not run a timed user study. It is the target for a follow-up evaluation, not a measured outcome.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**Can I filter by exact USPS product?** The current historical view uses mail-market purpose from E.2. It does not provide a full postal-product taxonomy. That would require additional source-table extraction and mapping.</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**Are all years fully digitized?** No. We have full report files, but structured extraction focuses on summary E.2 tables and FY2025 demographic tables. The source library describes the scope and image-based pages.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 2025 HOUSEHOLD MAIL SURVEY, PDF pp. 16–17, Tables 2.2–2.6; FY2023 HDS Table E.2; data/submission.json. Forecast evaluation is retrospective; no operational accuracy or efficiency improvement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Mailers final presentation — four-minute script</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Before the event: fill in team member names if desired, rehearse at normal speaking speed and bring the entire project folder on both laptops. Open dashboard.html before connecting the projector. The schedule allows one minute setup, four minutes presentation and two minutes questions. Keep screenshots in demo/ as backup.</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Slides 1–2 · 0:00–0:20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are team Mailers. Our project is Postal Insights, a local dashboard for understanding how American households use mail. We built it for the USPS Office of Inspector General challenge: make dense annual survey reports easier to explore and turn their evidence into useful comparisons.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3 · 0:20–0:45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information exists across many annual PDFs, but finding comparable values is difficult. Some newer reports revise historical figures, and the newest summaries switch from billions of pieces to pieces per household. A chart that silently joins those numbers can look convincing and still be misleading. Our approach makes those differences visible and keeps every plotted value connected to its source.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4 · 0:45–1:10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dashboard has five sections: historical trends, household comparisons, a forecast lab, report insights, and sources and methods. We collected twenty report years and structured Table E.2 from nineteen editions. Historical comparison columns also give us annual observations back to 2003. Everything runs locally, including the charts and extractive summaries, without a cloud service or API key.</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5 · 1:10–1:40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workflow copies the full reports, extracts text, structures tables and records the filename, edition, units and PDF page. For the long-term view we choose the latest available historical estimate. Because questionnaire and classification changes remain, this is not a fully harmonized series; we also provide within-edition comparisons. The NLP feature uses topic-weighted TextRank to select relevant source sentences. It quotes the report rather than inventing an explanation.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6 · 1:40–2:10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forecast lab compares a last-observation baseline, a linear trend and a damped trend. We select on 2018 through 2020 validation years and evaluate separately on 2021 through 2023. The total-mail model has a held-out mean absolute error of 4.49 billion pieces, compared with 4.40 for the simple baseline. It did not outperform the baseline, and we display that result. The projections are exploratory scenarios frozen at 2023; the shaded bands are sensitivity bands, not confidence intervals.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7 · 2:10–3:30 · Live demonstration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Trends. The total series shows 97.4 billion pieces for 2023, with a source link behind each point. Switch to a single report edition and choose 2025: the unit changes to pieces per household per year, and the published total is 637.3. These values stay separate.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Households. In 2025, households headed by someone under 35 received 346.9 pieces per year, while those headed by someone 75 or older received 874.4. Switch to income or ownership to see another survey breakdown. These are associations, not causal estimates or joint household filters.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Report insights and choose a topic. Each selected passage links to the actual PDF page. Finally, open Forecast lab and point to the held-out error and baseline comparison. Export a CSV if time allows. If anything fails, show the matching screenshots from demo/.</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Slides 8–9 · 3:30–4:00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value is a shorter path from a question to an auditable table, comparison and draft evidence brief. We have not measured the challenge’s fifty-percent preparation-time target. The next evaluation would time the same reporting task with and without this dashboard and check both speed and accuracy. Our main next data step is harmonizing classifications and building a consistent annual per-household series for more current forecasting. Thank you; we welcome your questions.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Judge questions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**Is the summarizer generative AI?** No. It is local extractive NLP using graph ranking, not an LLM. It selects and quotes report sentences. Arithmetic summaries are separate.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**Why does the forecast stop training at 2023?** The latest extracted E.2 reports switch units. We retain those reports separately rather than introduce an unsupported conversion. Forecast scenarios can extend to 2030, but they remain based on a 2023 cutoff.</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**Did your model beat a simple baseline?** The total-mail model did not. Both held-out errors are visible. Three held-out years and source revisions limit the evaluation.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**Did you achieve the fifty-percent goal?** We have not run a timed user study. It is the target for a follow-up evaluation, not a measured outcome.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**Can I filter by exact USPS product?** The current historical view uses mail-market purpose from E.2. It does not provide a full postal-product taxonomy. That would require additional source-table extraction and mapping.</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**Are all years fully digitized?** No. We have full report files, but structured extraction focuses on summary E.2 tables and FY2025 demographic tables. The source library describes the scope and image-based pages.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 2025 HOUSEHOLD MAIL SURVEY, PDF pp. 16–17, Tables 2.2–2.6; FY2023 HDS Table E.2; data/submission.json. Forecast evaluation is retrospective; no operational accuracy or efficiency improvement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Mailers final presentation — four-minute script</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Before the event: fill in team member names if desired, rehearse at normal speaking speed and bring the entire project folder on both laptops. Open dashboard.html before connecting the projector. The schedule allows one minute setup, four minutes presentation and two minutes questions. Keep screenshots in demo/ as backup.</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Slides 1–2 · 0:00–0:20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are team Mailers. Our project is Postal Insights, a local dashboard for understanding how American households use mail. We built it for the USPS Office of Inspector General challenge: make dense annual survey reports easier to explore and turn their evidence into useful comparisons.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3 · 0:20–0:45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information exists across many annual PDFs, but finding comparable values is difficult. Some newer reports revise historical figures, and the newest summaries switch from billions of pieces to pieces per household. A chart that silently joins those numbers can look convincing and still be misleading. Our approach makes those differences visible and keeps every plotted value connected to its source.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4 · 0:45–1:10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dashboard has five sections: historical trends, household comparisons, a forecast lab, report insights, and sources and methods. We collected twenty report years and structured Table E.2 from nineteen editions. Historical comparison columns also give us annual observations back to 2003. Everything runs locally, including the charts and extractive summaries, without a cloud service or API key.</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5 · 1:10–1:40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workflow copies the full reports, extracts text, structures tables and records the filename, edition, units and PDF page. For the long-term view we choose the latest available historical estimate. Because questionnaire and classification changes remain, this is not a fully harmonized series; we also provide within-edition comparisons. The NLP feature uses topic-weighted TextRank to select relevant source sentences. It quotes the report rather than inventing an explanation.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6 · 1:40–2:10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forecast lab compares a last-observation baseline, a linear trend and a damped trend. We select on 2018 through 2020 validation years and evaluate separately on 2021 through 2023. The total-mail model has a held-out mean absolute error of 4.49 billion pieces, compared with 4.40 for the simple baseline. It did not outperform the baseline, and we display that result. The projections are exploratory scenarios frozen at 2023; the shaded bands are sensitivity bands, not confidence intervals.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7 · 2:10–3:30 · Live demonstration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Trends. The total series shows 97.4 billion pieces for 2023, with a source link behind each point. Switch to a single report edition and choose 2025: the unit changes to pieces per household per year, and the published total is 637.3. These values stay separate.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Households. In 2025, households headed by someone under 35 received 346.9 pieces per year, while those headed by someone 75 or older received 874.4. Switch to income or ownership to see another survey breakdown. These are associations, not causal estimates or joint household filters.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Report insights and choose a topic. Each selected passage links to the actual PDF page. Finally, open Forecast lab and point to the held-out error and baseline comparison. Export a CSV if time allows. If anything fails, show the matching screenshots from demo/.</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Slides 8–9 · 3:30–4:00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value is a shorter path from a question to an auditable table, comparison and draft evidence brief. We have not measured the challenge’s fifty-percent preparation-time target. The next evaluation would time the same reporting task with and without this dashboard and check both speed and accuracy. Our main next data step is harmonizing classifications and building a consistent annual per-household series for more current forecasting. Thank you; we welcome your questions.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Judge questions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**Is the summarizer generative AI?** No. It is local extractive NLP using graph ranking, not an LLM. It selects and quotes report sentences. Arithmetic summaries are separate.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**Why does the forecast stop training at 2023?** The latest extracted E.2 reports switch units. We retain those reports separately rather than introduce an unsupported conversion. Forecast scenarios can extend to 2030, but they remain based on a 2023 cutoff.</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**Did your model beat a simple baseline?** The total-mail model did not. Both held-out errors are visible. Three held-out years and source revisions limit the evaluation.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**Did you achieve the fifty-percent goal?** We have not run a timed user study. It is the target for a follow-up evaluation, not a measured outcome.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**Can I filter by exact USPS product?** The current historical view uses mail-market purpose from E.2. It does not provide a full postal-product taxonomy. That would require additional source-table extraction and mapping.</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**Are all years fully digitized?** No. We have full report files, but structured extraction focuses on summary E.2 tables and FY2025 demographic tables. The source library describes the scope and image-based pages.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 2025 HOUSEHOLD MAIL SURVEY, PDF pp. 16–17, Tables 2.2–2.6; FY2023 HDS Table E.2; data/submission.json. Forecast evaluation is retrospective; no operational accuracy or efficiency improvement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Mailers final presentation — four-minute script</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Before the event: fill in team member names if desired, rehearse at normal speaking speed and bring the entire project folder on both laptops. Open dashboard.html before connecting the projector. The schedule allows one minute setup, four minutes presentation and two minutes questions. Keep screenshots in demo/ as backup.</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Slides 1–2 · 0:00–0:20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are team Mailers. Our project is Postal Insights, a local dashboard for understanding how American households use mail. We built it for the USPS Office of Inspector General challenge: make dense annual survey reports easier to explore and turn their evidence into useful comparisons.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3 · 0:20–0:45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information exists across many annual PDFs, but finding comparable values is difficult. Some newer reports revise historical figures, and the newest summaries switch from billions of pieces to pieces per household. A chart that silently joins those numbers can look convincing and still be misleading. Our approach makes those differences visible and keeps every plotted value connected to its source.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4 · 0:45–1:10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dashboard has five sections: historical trends, household comparisons, a forecast lab, report insights, and sources and methods. We collected twenty report years and structured Table E.2 from nineteen editions. Historical comparison columns also give us annual observations back to 2003. Everything runs locally, including the charts and extractive summaries, without a cloud service or API key.</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5 · 1:10–1:40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workflow copies the full reports, extracts text, structures tables and records the filename, edition, units and PDF page. For the long-term view we choose the latest available historical estimate. Because questionnaire and classification changes remain, this is not a fully harmonized series; we also provide within-edition comparisons. The NLP feature uses topic-weighted TextRank to select relevant source sentences. It quotes the report rather than inventing an explanation.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6 · 1:40–2:10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forecast lab compares a last-observation baseline, a linear trend and a damped trend. We select on 2018 through 2020 validation years and evaluate separately on 2021 through 2023. The total-mail model has a held-out mean absolute error of 4.49 billion pieces, compared with 4.40 for the simple baseline. It did not outperform the baseline, and we display that result. The projections are exploratory scenarios frozen at 2023; the shaded bands are sensitivity bands, not confidence intervals.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7 · 2:10–3:30 · Live demonstration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Trends. The total series shows 97.4 billion pieces for 2023, with a source link behind each point. Switch to a single report edition and choose 2025: the unit changes to pieces per household per year, and the published total is 637.3. These values stay separate.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Households. In 2025, households headed by someone under 35 received 346.9 pieces per year, while those headed by someone 75 or older received 874.4. Switch to income or ownership to see another survey breakdown. These are associations, not causal estimates or joint household filters.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Report insights and choose a topic. Each selected passage links to the actual PDF page. Finally, open Forecast lab and point to the held-out error and baseline comparison. Export a CSV if time allows. If anything fails, show the matching screenshots from demo/.</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Slides 8–9 · 3:30–4:00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value is a shorter path from a question to an auditable table, comparison and draft evidence brief. We have not measured the challenge’s fifty-percent preparation-time target. The next evaluation would time the same reporting task with and without this dashboard and check both speed and accuracy. Our main next data step is harmonizing classifications and building a consistent annual per-household series for more current forecasting. Thank you; we welcome your questions.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Judge questions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**Is the summarizer generative AI?** No. It is local extractive NLP using graph ranking, not an LLM. It selects and quotes report sentences. Arithmetic summaries are separate.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**Why does the forecast stop training at 2023?** The latest extracted E.2 reports switch units. We retain those reports separately rather than introduce an unsupported conversion. Forecast scenarios can extend to 2030, but they remain based on a 2023 cutoff.</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**Did your model beat a simple baseline?** The total-mail model did not. Both held-out errors are visible. Three held-out years and source revisions limit the evaluation.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**Did you achieve the fifty-percent goal?** We have not run a timed user study. It is the target for a follow-up evaluation, not a measured outcome.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**Can I filter by exact USPS product?** The current historical view uses mail-market purpose from E.2. It does not provide a full postal-product taxonomy. That would require additional source-table extraction and mapping.</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**Are all years fully digitized?** No. We have full report files, but structured extraction focuses on summary E.2 tables and FY2025 demographic tables. The source library describes the scope and image-based pages.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 2025 HOUSEHOLD MAIL SURVEY, PDF pp. 16–17, Tables 2.2–2.6; FY2023 HDS Table E.2; data/submission.json. Forecast evaluation is retrospective; no operational accuracy or efficiency improvement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Mailers final presentation — four-minute script</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Before the event: fill in team member names if desired, rehearse at normal speaking speed and bring the entire project folder on both laptops. Open dashboard.html before connecting the projector. The schedule allows one minute setup, four minutes presentation and two minutes questions. Keep screenshots in demo/ as backup.</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Slides 1–2 · 0:00–0:20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are team Mailers. Our project is Postal Insights, a local dashboard for understanding how American households use mail. We built it for the USPS Office of Inspector General challenge: make dense annual survey reports easier to explore and turn their evidence into useful comparisons.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3 · 0:20–0:45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information exists across many annual PDFs, but finding comparable values is difficult. Some newer reports revise historical figures, and the newest summaries switch from billions of pieces to pieces per household. A chart that silently joins those numbers can look convincing and still be misleading. Our approach makes those differences visible and keeps every plotted value connected to its source.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4 · 0:45–1:10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dashboard has five sections: historical trends, household comparisons, a forecast lab, report insights, and sources and methods. We collected twenty report years and structured Table E.2 from nineteen editions. Historical comparison columns also give us annual observations back to 2003. Everything runs locally, including the charts and extractive summaries, without a cloud service or API key.</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5 · 1:10–1:40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workflow copies the full reports, extracts text, structures tables and records the filename, edition, units and PDF page. For the long-term view we choose the latest available historical estimate. Because questionnaire and classification changes remain, this is not a fully harmonized series; we also provide within-edition comparisons. The NLP feature uses topic-weighted TextRank to select relevant source sentences. It quotes the report rather than inventing an explanation.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6 · 1:40–2:10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forecast lab compares a last-observation baseline, a linear trend and a damped trend. We select on 2018 through 2020 validation years and evaluate separately on 2021 through 2023. The total-mail model has a held-out mean absolute error of 4.49 billion pieces, compared with 4.40 for the simple baseline. It did not outperform the baseline, and we display that result. The projections are exploratory scenarios frozen at 2023; the shaded bands are sensitivity bands, not confidence intervals.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7 · 2:10–3:30 · Live demonstration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Trends. The total series shows 97.4 billion pieces for 2023, with a source link behind each point. Switch to a single report edition and choose 2025: the unit changes to pieces per household per year, and the published total is 637.3. These values stay separate.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Households. In 2025, households headed by someone under 35 received 346.9 pieces per year, while those headed by someone 75 or older received 874.4. Switch to income or ownership to see another survey breakdown. These are associations, not causal estimates or joint household filters.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Report insights and choose a topic. Each selected passage links to the actual PDF page. Finally, open Forecast lab and point to the held-out error and baseline comparison. Export a CSV if time allows. If anything fails, show the matching screenshots from demo/.</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Slides 8–9 · 3:30–4:00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value is a shorter path from a question to an auditable table, comparison and draft evidence brief. We have not measured the challenge’s fifty-percent preparation-time target. The next evaluation would time the same reporting task with and without this dashboard and check both speed and accuracy. Our main next data step is harmonizing classifications and building a consistent annual per-household series for more current forecasting. Thank you; we welcome your questions.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Judge questions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**Is the summarizer generative AI?** No. It is local extractive NLP using graph ranking, not an LLM. It selects and quotes report sentences. Arithmetic summaries are separate.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**Why does the forecast stop training at 2023?** The latest extracted E.2 reports switch units. We retain those reports separately rather than introduce an unsupported conversion. Forecast scenarios can extend to 2030, but they remain based on a 2023 cutoff.</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**Did your model beat a simple baseline?** The total-mail model did not. Both held-out errors are visible. Three held-out years and source revisions limit the evaluation.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**Did you achieve the fifty-percent goal?** We have not run a timed user study. It is the target for a follow-up evaluation, not a measured outcome.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**Can I filter by exact USPS product?** The current historical view uses mail-market purpose from E.2. It does not provide a full postal-product taxonomy. That would require additional source-table extraction and mapping.</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**Are all years fully digitized?** No. We have full report files, but structured extraction focuses on summary E.2 tables and FY2025 demographic tables. The source library describes the scope and image-based pages.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 2025 HOUSEHOLD MAIL SURVEY, PDF pp. 16–17, Tables 2.2–2.6; FY2023 HDS Table E.2; data/submission.json. Forecast evaluation is retrospective; no operational accuracy or efficiency improvement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Mailers final presentation — four-minute script</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Before the event: fill in team member names if desired, rehearse at normal speaking speed and bring the entire project folder on both laptops. Open dashboard.html before connecting the projector. The schedule allows one minute setup, four minutes presentation and two minutes questions. Keep screenshots in demo/ as backup.</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Slides 1–2 · 0:00–0:20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are team Mailers. Our project is Postal Insights, a local dashboard for understanding how American households use mail. We built it for the USPS Office of Inspector General challenge: make dense annual survey reports easier to explore and turn their evidence into useful comparisons.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3 · 0:20–0:45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information exists across many annual PDFs, but finding comparable values is difficult. Some newer reports revise historical figures, and the newest summaries switch from billions of pieces to pieces per household. A chart that silently joins those numbers can look convincing and still be misleading. Our approach makes those differences visible and keeps every plotted value connected to its source.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4 · 0:45–1:10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dashboard has five sections: historical trends, household comparisons, a forecast lab, report insights, and sources and methods. We collected twenty report years and structured Table E.2 from nineteen editions. Historical comparison columns also give us annual observations back to 2003. Everything runs locally, including the charts and extractive summaries, without a cloud service or API key.</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5 · 1:10–1:40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workflow copies the full reports, extracts text, structures tables and records the filename, edition, units and PDF page. For the long-term view we choose the latest available historical estimate. Because questionnaire and classification changes remain, this is not a fully harmonized series; we also provide within-edition comparisons. The NLP feature uses topic-weighted TextRank to select relevant source sentences. It quotes the report rather than inventing an explanation.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6 · 1:40–2:10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forecast lab compares a last-observation baseline, a linear trend and a damped trend. We select on 2018 through 2020 validation years and evaluate separately on 2021 through 2023. The total-mail model has a held-out mean absolute error of 4.49 billion pieces, compared with 4.40 for the simple baseline. It did not outperform the baseline, and we display that result. The projections are exploratory scenarios frozen at 2023; the shaded bands are sensitivity bands, not confidence intervals.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7 · 2:10–3:30 · Live demonstration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Trends. The total series shows 97.4 billion pieces for 2023, with a source link behind each point. Switch to a single report edition and choose 2025: the unit changes to pieces per household per year, and the published total is 637.3. These values stay separate.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Households. In 2025, households headed by someone under 35 received 346.9 pieces per year, while those headed by someone 75 or older received 874.4. Switch to income or ownership to see another survey breakdown. These are associations, not causal estimates or joint household filters.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Report insights and choose a topic. Each selected passage links to the actual PDF page. Finally, open Forecast lab and point to the held-out error and baseline comparison. Export a CSV if time allows. If anything fails, show the matching screenshots from demo/.</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Slides 8–9 · 3:30–4:00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value is a shorter path from a question to an auditable table, comparison and draft evidence brief. We have not measured the challenge’s fifty-percent preparation-time target. The next evaluation would time the same reporting task with and without this dashboard and check both speed and accuracy. Our main next data step is harmonizing classifications and building a consistent annual per-household series for more current forecasting. Thank you; we welcome your questions.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Judge questions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**Is the summarizer generative AI?** No. It is local extractive NLP using graph ranking, not an LLM. It selects and quotes report sentences. Arithmetic summaries are separate.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**Why does the forecast stop training at 2023?** The latest extracted E.2 reports switch units. We retain those reports separately rather than introduce an unsupported conversion. Forecast scenarios can extend to 2030, but they remain based on a 2023 cutoff.</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**Did your model beat a simple baseline?** The total-mail model did not. Both held-out errors are visible. Three held-out years and source revisions limit the evaluation.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**Did you achieve the fifty-percent goal?** We have not run a timed user study. It is the target for a follow-up evaluation, not a measured outcome.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**Can I filter by exact USPS product?** The current historical view uses mail-market purpose from E.2. It does not provide a full postal-product taxonomy. That would require additional source-table extraction and mapping.</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**Are all years fully digitized?** No. We have full report files, but structured extraction focuses on summary E.2 tables and FY2025 demographic tables. The source library describes the scope and image-based pages.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 2025 HOUSEHOLD MAIL SURVEY, PDF pp. 16–17, Tables 2.2–2.6; FY2023 HDS Table E.2; data/submission.json. Forecast evaluation is retrospective; no operational accuracy or efficiency improvement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Mailers final presentation — four-minute script</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Before the event: fill in team member names if desired, rehearse at normal speaking speed and bring the entire project folder on both laptops. Open dashboard.html before connecting the projector. The schedule allows one minute setup, four minutes presentation and two minutes questions. Keep screenshots in demo/ as backup.</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Slides 1–2 · 0:00–0:20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are team Mailers. Our project is Postal Insights, a local dashboard for understanding how American households use mail. We built it for the USPS Office of Inspector General challenge: make dense annual survey reports easier to explore and turn their evidence into useful comparisons.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3 · 0:20–0:45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information exists across many annual PDFs, but finding comparable values is difficult. Some newer reports revise historical figures, and the newest summaries switch from billions of pieces to pieces per household. A chart that silently joins those numbers can look convincing and still be misleading. Our approach makes those differences visible and keeps every plotted value connected to its source.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4 · 0:45–1:10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dashboard has five sections: historical trends, household comparisons, a forecast lab, report insights, and sources and methods. We collected twenty report years and structured Table E.2 from nineteen editions. Historical comparison columns also give us annual observations back to 2003. Everything runs locally, including the charts and extractive summaries, without a cloud service or API key.</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5 · 1:10–1:40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workflow copies the full reports, extracts text, structures tables and records the filename, edition, units and PDF page. For the long-term view we choose the latest available historical estimate. Because questionnaire and classification changes remain, this is not a fully harmonized series; we also provide within-edition comparisons. The NLP feature uses topic-weighted TextRank to select relevant source sentences. It quotes the report rather than inventing an explanation.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6 · 1:40–2:10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forecast lab compares a last-observation baseline, a linear trend and a damped trend. We select on 2018 through 2020 validation years and evaluate separately on 2021 through 2023. The total-mail model has a held-out mean absolute error of 4.49 billion pieces, compared with 4.40 for the simple baseline. It did not outperform the baseline, and we display that result. The projections are exploratory scenarios frozen at 2023; the shaded bands are sensitivity bands, not confidence intervals.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 7 · 2:10–3:30 · Live demonstration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Trends. The total series shows 97.4 billion pieces for 2023, with a source link behind each point. Switch to a single report edition and choose 2025: the unit changes to pieces per household per year, and the published total is 637.3. These values stay separate.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Households. In 2025, households headed by someone under 35 received 346.9 pieces per year, while those headed by someone 75 or older received 874.4. Switch to income or ownership to see another survey breakdown. These are associations, not causal estimates or joint household filters.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Open Report insights and choose a topic. Each selected passage links to the actual PDF page. Finally, open Forecast lab and point to the held-out error and baseline comparison. Export a CSV if time allows. If anything fails, show the matching screenshots from demo/.</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Slides 8–9 · 3:30–4:00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value is a shorter path from a question to an auditable table, comparison and draft evidence brief. We have not measured the challenge’s fifty-percent preparation-time target. The next evaluation would time the same reporting task with and without this dashboard and check both speed and accuracy. Our main next data step is harmonizing classifications and building a consistent annual per-household series for more current forecasting. Thank you; we welcome your questions.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 Judge questions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**Is the summarizer generative AI?** No. It is local extractive NLP using graph ranking, not an LLM. It selects and quotes report sentences. Arithmetic summaries are separate.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**Why does the forecast stop training at 2023?** The latest extracted E.2 reports switch units. We retain those reports separately rather than introduce an unsupported conversion. Forecast scenarios can extend to 2030, but they remain based on a 2023 cutoff.</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**Did your model beat a simple baseline?** The total-mail model did not. Both held-out errors are visible. Three held-out years and source revisions limit the evaluation.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**Did you achieve the fifty-percent goal?** We have not run a timed user study. It is the target for a follow-up evaluation, not a measured outcome.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**Can I filter by exact USPS product?** The current historical view uses mail-market purpose from E.2. It does not provide a full postal-product taxonomy. That would require additional source-table extraction and mapping.</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**Are all years fully digitized?** No. We have full report files, but structured extraction focuses on summary E.2 tables and FY2025 demographic tables. The source library describes the scope and image-based pages.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 2025 HOUSEHOLD MAIL SURVEY, PDF pp. 16–17, Tables 2.2–2.6; FY2023 HDS Table E.2; data/submission.json. Forecast evaluation is retrospective; no operational accuracy or efficiency improvement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68e494e298485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28ae0f08dab418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19d40d9f5574db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8b691868666475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6f3917f0a004cd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f435aef22104a6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4a1239f14314e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8100ff5477647d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af4d3851f0647d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3a4876516ef46d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e286cce75cc439c"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2" name="Google Shape;12;p12">
            <a:extLst xmlns:a="http://schemas.openxmlformats.org/drawingml/2006/main">
              <a:ext uri="{FF2B5EF4-FFF2-40B4-BE49-F238E27FC236}">
                <a16:creationId xmlns:a16="http://schemas.microsoft.com/office/drawing/2014/main" id="{96168D20-DE92-4B23-A6C3-FA7EECF361C9}"/>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3" name="Google Shape;13;p12">
            <a:extLst xmlns:a="http://schemas.openxmlformats.org/drawingml/2006/main">
              <a:ext uri="{FF2B5EF4-FFF2-40B4-BE49-F238E27FC236}">
                <a16:creationId xmlns:a16="http://schemas.microsoft.com/office/drawing/2014/main" id="{6945560C-1883-44B8-BA29-840DD9424931}"/>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4" name="Google Shape;14;p12">
            <a:extLst xmlns:a="http://schemas.openxmlformats.org/drawingml/2006/main">
              <a:ext uri="{FF2B5EF4-FFF2-40B4-BE49-F238E27FC236}">
                <a16:creationId xmlns:a16="http://schemas.microsoft.com/office/drawing/2014/main" id="{9449EDEC-1BAA-490E-962E-D8178F6261DF}"/>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13">
            <a:extLst xmlns:a="http://schemas.openxmlformats.org/drawingml/2006/main">
              <a:ext uri="{FF2B5EF4-FFF2-40B4-BE49-F238E27FC236}">
                <a16:creationId xmlns:a16="http://schemas.microsoft.com/office/drawing/2014/main" id="{8D8BD867-1114-47FE-8F57-38A65380F99B}"/>
              </a:ext>
            </a:extLst>
          </p:cNvPr>
          <p:cNvSpPr>
            <a:spLocks xmlns:a="http://schemas.openxmlformats.org/drawingml/2006/main" noGrp="1"/>
          </p:cNvSpPr>
          <p:nvPr>
            <p:ph type="ctrTitle" idx="0"/>
          </p:nvPr>
        </p:nvSpPr>
        <p:spPr>
          <a:xfrm xmlns:a="http://schemas.openxmlformats.org/drawingml/2006/main">
            <a:off x="685800" y="2130425"/>
            <a:ext cx="77724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7" name="Google Shape;17;p13">
            <a:extLst xmlns:a="http://schemas.openxmlformats.org/drawingml/2006/main">
              <a:ext uri="{FF2B5EF4-FFF2-40B4-BE49-F238E27FC236}">
                <a16:creationId xmlns:a16="http://schemas.microsoft.com/office/drawing/2014/main" id="{782F817A-1CDF-4E48-BD33-06DB8068696C}"/>
              </a:ext>
            </a:extLst>
          </p:cNvPr>
          <p:cNvSpPr>
            <a:spLocks xmlns:a="http://schemas.openxmlformats.org/drawingml/2006/main" noGrp="1"/>
          </p:cNvSpPr>
          <p:nvPr>
            <p:ph type="subTitle" idx="1"/>
          </p:nvPr>
        </p:nvSpPr>
        <p:spPr>
          <a:xfrm xmlns:a="http://schemas.openxmlformats.org/drawingml/2006/main">
            <a:off x="1371600" y="3886200"/>
            <a:ext cx="64008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100000"/>
              </a:lnSpc>
              <a:spcBef>
                <a:spcPts val="640"/>
              </a:spcBef>
              <a:spcAft>
                <a:spcPts val="0"/>
              </a:spcAft>
              <a:buClr>
                <a:srgbClr val="888888"/>
              </a:buClr>
              <a:buSzPts val="3200"/>
              <a:buNone/>
              <a:defRPr>
                <a:solidFill>
                  <a:srgbClr val="888888"/>
                </a:solidFill>
              </a:defRPr>
            </a:lvl1pPr>
            <a:lvl2pPr algn="ctr">
              <a:lnSpc>
                <a:spcPct val="100000"/>
              </a:lnSpc>
              <a:spcBef>
                <a:spcPts val="560"/>
              </a:spcBef>
              <a:spcAft>
                <a:spcPts val="0"/>
              </a:spcAft>
              <a:buClr>
                <a:srgbClr val="888888"/>
              </a:buClr>
              <a:buSzPts val="2800"/>
              <a:buNone/>
              <a:defRPr>
                <a:solidFill>
                  <a:srgbClr val="888888"/>
                </a:solidFill>
              </a:defRPr>
            </a:lvl2pPr>
            <a:lvl3pPr algn="ctr">
              <a:lnSpc>
                <a:spcPct val="100000"/>
              </a:lnSpc>
              <a:spcBef>
                <a:spcPts val="480"/>
              </a:spcBef>
              <a:spcAft>
                <a:spcPts val="0"/>
              </a:spcAft>
              <a:buClr>
                <a:srgbClr val="888888"/>
              </a:buClr>
              <a:buSzPts val="2400"/>
              <a:buNone/>
              <a:defRPr>
                <a:solidFill>
                  <a:srgbClr val="888888"/>
                </a:solidFill>
              </a:defRPr>
            </a:lvl3pPr>
            <a:lvl4pPr algn="ctr">
              <a:lnSpc>
                <a:spcPct val="100000"/>
              </a:lnSpc>
              <a:spcBef>
                <a:spcPts val="400"/>
              </a:spcBef>
              <a:spcAft>
                <a:spcPts val="0"/>
              </a:spcAft>
              <a:buClr>
                <a:srgbClr val="888888"/>
              </a:buClr>
              <a:buSzPts val="2000"/>
              <a:buNone/>
              <a:defRPr>
                <a:solidFill>
                  <a:srgbClr val="888888"/>
                </a:solidFill>
              </a:defRPr>
            </a:lvl4pPr>
            <a:lvl5pPr algn="ctr">
              <a:lnSpc>
                <a:spcPct val="100000"/>
              </a:lnSpc>
              <a:spcBef>
                <a:spcPts val="400"/>
              </a:spcBef>
              <a:spcAft>
                <a:spcPts val="0"/>
              </a:spcAft>
              <a:buClr>
                <a:srgbClr val="888888"/>
              </a:buClr>
              <a:buSzPts val="2000"/>
              <a:buNone/>
              <a:defRPr>
                <a:solidFill>
                  <a:srgbClr val="888888"/>
                </a:solidFill>
              </a:defRPr>
            </a:lvl5pPr>
            <a:lvl6pPr algn="ctr">
              <a:lnSpc>
                <a:spcPct val="100000"/>
              </a:lnSpc>
              <a:spcBef>
                <a:spcPts val="400"/>
              </a:spcBef>
              <a:spcAft>
                <a:spcPts val="0"/>
              </a:spcAft>
              <a:buClr>
                <a:srgbClr val="888888"/>
              </a:buClr>
              <a:buSzPts val="2000"/>
              <a:buNone/>
              <a:defRPr>
                <a:solidFill>
                  <a:srgbClr val="888888"/>
                </a:solidFill>
              </a:defRPr>
            </a:lvl6pPr>
            <a:lvl7pPr algn="ctr">
              <a:lnSpc>
                <a:spcPct val="100000"/>
              </a:lnSpc>
              <a:spcBef>
                <a:spcPts val="400"/>
              </a:spcBef>
              <a:spcAft>
                <a:spcPts val="0"/>
              </a:spcAft>
              <a:buClr>
                <a:srgbClr val="888888"/>
              </a:buClr>
              <a:buSzPts val="2000"/>
              <a:buNone/>
              <a:defRPr>
                <a:solidFill>
                  <a:srgbClr val="888888"/>
                </a:solidFill>
              </a:defRPr>
            </a:lvl7pPr>
            <a:lvl8pPr algn="ctr">
              <a:lnSpc>
                <a:spcPct val="100000"/>
              </a:lnSpc>
              <a:spcBef>
                <a:spcPts val="400"/>
              </a:spcBef>
              <a:spcAft>
                <a:spcPts val="0"/>
              </a:spcAft>
              <a:buClr>
                <a:srgbClr val="888888"/>
              </a:buClr>
              <a:buSzPts val="2000"/>
              <a:buNone/>
              <a:defRPr>
                <a:solidFill>
                  <a:srgbClr val="888888"/>
                </a:solidFill>
              </a:defRPr>
            </a:lvl8pPr>
            <a:lvl9pPr algn="ctr">
              <a:lnSpc>
                <a:spcPct val="100000"/>
              </a:lnSpc>
              <a:spcBef>
                <a:spcPts val="400"/>
              </a:spcBef>
              <a:spcAft>
                <a:spcPts val="0"/>
              </a:spcAft>
              <a:buClr>
                <a:srgbClr val="888888"/>
              </a:buClr>
              <a:buSzPts val="2000"/>
              <a:buNone/>
              <a:defRPr>
                <a:solidFill>
                  <a:srgbClr val="888888"/>
                </a:solidFill>
              </a:defRPr>
            </a:lvl9pPr>
          </a:lstStyle>
          <a:p xmlns:a="http://schemas.openxmlformats.org/drawingml/2006/main">
            <a:endParaRPr/>
          </a:p>
        </p:txBody>
      </p:sp>
      <p:sp>
        <p:nvSpPr>
          <p:cNvPr id="18" name="Google Shape;18;p13">
            <a:extLst xmlns:a="http://schemas.openxmlformats.org/drawingml/2006/main">
              <a:ext uri="{FF2B5EF4-FFF2-40B4-BE49-F238E27FC236}">
                <a16:creationId xmlns:a16="http://schemas.microsoft.com/office/drawing/2014/main" id="{AA740712-DD3F-46B4-AB85-05BDBE24503F}"/>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9" name="Google Shape;19;p13">
            <a:extLst xmlns:a="http://schemas.openxmlformats.org/drawingml/2006/main">
              <a:ext uri="{FF2B5EF4-FFF2-40B4-BE49-F238E27FC236}">
                <a16:creationId xmlns:a16="http://schemas.microsoft.com/office/drawing/2014/main" id="{D5060505-ED2B-4CA4-B7EB-5FBBE2AA622F}"/>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13">
            <a:extLst xmlns:a="http://schemas.openxmlformats.org/drawingml/2006/main">
              <a:ext uri="{FF2B5EF4-FFF2-40B4-BE49-F238E27FC236}">
                <a16:creationId xmlns:a16="http://schemas.microsoft.com/office/drawing/2014/main" id="{7C3C04BF-E50E-41E4-8B89-16D307E89E81}"/>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2" name="Google Shape;22;p14">
            <a:extLst xmlns:a="http://schemas.openxmlformats.org/drawingml/2006/main">
              <a:ext uri="{FF2B5EF4-FFF2-40B4-BE49-F238E27FC236}">
                <a16:creationId xmlns:a16="http://schemas.microsoft.com/office/drawing/2014/main" id="{01E47D7F-0C84-4AF3-926C-33D768B4EEC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3" name="Google Shape;23;p14">
            <a:extLst xmlns:a="http://schemas.openxmlformats.org/drawingml/2006/main">
              <a:ext uri="{FF2B5EF4-FFF2-40B4-BE49-F238E27FC236}">
                <a16:creationId xmlns:a16="http://schemas.microsoft.com/office/drawing/2014/main" id="{7ED644B9-BCF3-4341-B582-242D8C4401FF}"/>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a:endParaRPr/>
          </a:p>
        </p:txBody>
      </p:sp>
      <p:sp>
        <p:nvSpPr>
          <p:cNvPr id="24" name="Google Shape;24;p14">
            <a:extLst xmlns:a="http://schemas.openxmlformats.org/drawingml/2006/main">
              <a:ext uri="{FF2B5EF4-FFF2-40B4-BE49-F238E27FC236}">
                <a16:creationId xmlns:a16="http://schemas.microsoft.com/office/drawing/2014/main" id="{3B145230-BD0D-4B9F-B3B8-6B3DB3763EAE}"/>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14">
            <a:extLst xmlns:a="http://schemas.openxmlformats.org/drawingml/2006/main">
              <a:ext uri="{FF2B5EF4-FFF2-40B4-BE49-F238E27FC236}">
                <a16:creationId xmlns:a16="http://schemas.microsoft.com/office/drawing/2014/main" id="{DC4F0FE8-9F1B-4D77-94EA-7B337030CBF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14">
            <a:extLst xmlns:a="http://schemas.openxmlformats.org/drawingml/2006/main">
              <a:ext uri="{FF2B5EF4-FFF2-40B4-BE49-F238E27FC236}">
                <a16:creationId xmlns:a16="http://schemas.microsoft.com/office/drawing/2014/main" id="{FEAB9D50-285F-4AC9-BC08-974434FB5F6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8" name="Google Shape;28;p15">
            <a:extLst xmlns:a="http://schemas.openxmlformats.org/drawingml/2006/main">
              <a:ext uri="{FF2B5EF4-FFF2-40B4-BE49-F238E27FC236}">
                <a16:creationId xmlns:a16="http://schemas.microsoft.com/office/drawing/2014/main" id="{FC5398EF-0780-45C9-B18E-3A17A47D4F93}"/>
              </a:ext>
            </a:extLst>
          </p:cNvPr>
          <p:cNvSpPr>
            <a:spLocks xmlns:a="http://schemas.openxmlformats.org/drawingml/2006/main" noGrp="1"/>
          </p:cNvSpPr>
          <p:nvPr>
            <p:ph type="title" idx="0"/>
          </p:nvPr>
        </p:nvSpPr>
        <p:spPr>
          <a:xfrm xmlns:a="http://schemas.openxmlformats.org/drawingml/2006/main">
            <a:off x="722313" y="4406900"/>
            <a:ext cx="77724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lnSpc>
                <a:spcPct val="100000"/>
              </a:lnSpc>
              <a:spcBef>
                <a:spcPts val="0"/>
              </a:spcBef>
              <a:spcAft>
                <a:spcPts val="0"/>
              </a:spcAft>
              <a:buClr>
                <a:schemeClr val="dk1"/>
              </a:buClr>
              <a:buSzPts val="4000"/>
              <a:buFont typeface="Calibri"/>
              <a:buNone/>
              <a:defRPr sz="4000" b="1"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15">
            <a:extLst xmlns:a="http://schemas.openxmlformats.org/drawingml/2006/main">
              <a:ext uri="{FF2B5EF4-FFF2-40B4-BE49-F238E27FC236}">
                <a16:creationId xmlns:a16="http://schemas.microsoft.com/office/drawing/2014/main" id="{C6349280-8C8D-4086-BA84-7454FF852E4A}"/>
              </a:ext>
            </a:extLst>
          </p:cNvPr>
          <p:cNvSpPr>
            <a:spLocks xmlns:a="http://schemas.openxmlformats.org/drawingml/2006/main" noGrp="1"/>
          </p:cNvSpPr>
          <p:nvPr>
            <p:ph type="body" idx="1"/>
          </p:nvPr>
        </p:nvSpPr>
        <p:spPr>
          <a:xfrm xmlns:a="http://schemas.openxmlformats.org/drawingml/2006/main">
            <a:off x="722313" y="2906713"/>
            <a:ext cx="77724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100000"/>
              </a:lnSpc>
              <a:spcBef>
                <a:spcPts val="400"/>
              </a:spcBef>
              <a:spcAft>
                <a:spcPts val="0"/>
              </a:spcAft>
              <a:buClr>
                <a:srgbClr val="888888"/>
              </a:buClr>
              <a:buSzPts val="2000"/>
              <a:buNone/>
              <a:defRPr sz="2000">
                <a:solidFill>
                  <a:srgbClr val="888888"/>
                </a:solidFill>
              </a:defRPr>
            </a:lvl1pPr>
            <a:lvl2pPr marL="914400" indent="-228600" algn="l">
              <a:lnSpc>
                <a:spcPct val="100000"/>
              </a:lnSpc>
              <a:spcBef>
                <a:spcPts val="360"/>
              </a:spcBef>
              <a:spcAft>
                <a:spcPts val="0"/>
              </a:spcAft>
              <a:buClr>
                <a:srgbClr val="888888"/>
              </a:buClr>
              <a:buSzPts val="1800"/>
              <a:buNone/>
              <a:defRPr sz="1800">
                <a:solidFill>
                  <a:srgbClr val="888888"/>
                </a:solidFill>
              </a:defRPr>
            </a:lvl2pPr>
            <a:lvl3pPr marL="1371600" indent="-228600" algn="l">
              <a:lnSpc>
                <a:spcPct val="100000"/>
              </a:lnSpc>
              <a:spcBef>
                <a:spcPts val="320"/>
              </a:spcBef>
              <a:spcAft>
                <a:spcPts val="0"/>
              </a:spcAft>
              <a:buClr>
                <a:srgbClr val="888888"/>
              </a:buClr>
              <a:buSzPts val="1600"/>
              <a:buNone/>
              <a:defRPr sz="1600">
                <a:solidFill>
                  <a:srgbClr val="888888"/>
                </a:solidFill>
              </a:defRPr>
            </a:lvl3pPr>
            <a:lvl4pPr marL="1828800" indent="-228600" algn="l">
              <a:lnSpc>
                <a:spcPct val="100000"/>
              </a:lnSpc>
              <a:spcBef>
                <a:spcPts val="280"/>
              </a:spcBef>
              <a:spcAft>
                <a:spcPts val="0"/>
              </a:spcAft>
              <a:buClr>
                <a:srgbClr val="888888"/>
              </a:buClr>
              <a:buSzPts val="1400"/>
              <a:buNone/>
              <a:defRPr sz="1400">
                <a:solidFill>
                  <a:srgbClr val="888888"/>
                </a:solidFill>
              </a:defRPr>
            </a:lvl4pPr>
            <a:lvl5pPr marL="2286000" indent="-228600" algn="l">
              <a:lnSpc>
                <a:spcPct val="100000"/>
              </a:lnSpc>
              <a:spcBef>
                <a:spcPts val="280"/>
              </a:spcBef>
              <a:spcAft>
                <a:spcPts val="0"/>
              </a:spcAft>
              <a:buClr>
                <a:srgbClr val="888888"/>
              </a:buClr>
              <a:buSzPts val="1400"/>
              <a:buNone/>
              <a:defRPr sz="1400">
                <a:solidFill>
                  <a:srgbClr val="888888"/>
                </a:solidFill>
              </a:defRPr>
            </a:lvl5pPr>
            <a:lvl6pPr marL="2743200" indent="-228600" algn="l">
              <a:lnSpc>
                <a:spcPct val="100000"/>
              </a:lnSpc>
              <a:spcBef>
                <a:spcPts val="280"/>
              </a:spcBef>
              <a:spcAft>
                <a:spcPts val="0"/>
              </a:spcAft>
              <a:buClr>
                <a:srgbClr val="888888"/>
              </a:buClr>
              <a:buSzPts val="1400"/>
              <a:buNone/>
              <a:defRPr sz="1400">
                <a:solidFill>
                  <a:srgbClr val="888888"/>
                </a:solidFill>
              </a:defRPr>
            </a:lvl6pPr>
            <a:lvl7pPr marL="3200400" indent="-228600" algn="l">
              <a:lnSpc>
                <a:spcPct val="100000"/>
              </a:lnSpc>
              <a:spcBef>
                <a:spcPts val="280"/>
              </a:spcBef>
              <a:spcAft>
                <a:spcPts val="0"/>
              </a:spcAft>
              <a:buClr>
                <a:srgbClr val="888888"/>
              </a:buClr>
              <a:buSzPts val="1400"/>
              <a:buNone/>
              <a:defRPr sz="1400">
                <a:solidFill>
                  <a:srgbClr val="888888"/>
                </a:solidFill>
              </a:defRPr>
            </a:lvl7pPr>
            <a:lvl8pPr marL="3657600" indent="-228600" algn="l">
              <a:lnSpc>
                <a:spcPct val="100000"/>
              </a:lnSpc>
              <a:spcBef>
                <a:spcPts val="280"/>
              </a:spcBef>
              <a:spcAft>
                <a:spcPts val="0"/>
              </a:spcAft>
              <a:buClr>
                <a:srgbClr val="888888"/>
              </a:buClr>
              <a:buSzPts val="1400"/>
              <a:buNone/>
              <a:defRPr sz="1400">
                <a:solidFill>
                  <a:srgbClr val="888888"/>
                </a:solidFill>
              </a:defRPr>
            </a:lvl8pPr>
            <a:lvl9pPr marL="4114800" indent="-228600" algn="l">
              <a:lnSpc>
                <a:spcPct val="100000"/>
              </a:lnSpc>
              <a:spcBef>
                <a:spcPts val="280"/>
              </a:spcBef>
              <a:spcAft>
                <a:spcPts val="0"/>
              </a:spcAft>
              <a:buClr>
                <a:srgbClr val="888888"/>
              </a:buClr>
              <a:buSzPts val="1400"/>
              <a:buNone/>
              <a:defRPr sz="1400">
                <a:solidFill>
                  <a:srgbClr val="888888"/>
                </a:solidFill>
              </a:defRPr>
            </a:lvl9pPr>
          </a:lstStyle>
          <a:p xmlns:a="http://schemas.openxmlformats.org/drawingml/2006/main">
            <a:endParaRPr/>
          </a:p>
        </p:txBody>
      </p:sp>
      <p:sp>
        <p:nvSpPr>
          <p:cNvPr id="30" name="Google Shape;30;p15">
            <a:extLst xmlns:a="http://schemas.openxmlformats.org/drawingml/2006/main">
              <a:ext uri="{FF2B5EF4-FFF2-40B4-BE49-F238E27FC236}">
                <a16:creationId xmlns:a16="http://schemas.microsoft.com/office/drawing/2014/main" id="{166A8442-3CDE-462E-A463-912C006D5263}"/>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1" name="Google Shape;31;p15">
            <a:extLst xmlns:a="http://schemas.openxmlformats.org/drawingml/2006/main">
              <a:ext uri="{FF2B5EF4-FFF2-40B4-BE49-F238E27FC236}">
                <a16:creationId xmlns:a16="http://schemas.microsoft.com/office/drawing/2014/main" id="{933522F7-BFEB-40D1-8A80-8BCEAF4986D4}"/>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2" name="Google Shape;32;p15">
            <a:extLst xmlns:a="http://schemas.openxmlformats.org/drawingml/2006/main">
              <a:ext uri="{FF2B5EF4-FFF2-40B4-BE49-F238E27FC236}">
                <a16:creationId xmlns:a16="http://schemas.microsoft.com/office/drawing/2014/main" id="{745E6FEF-A882-4BB4-886E-043AD70650F1}"/>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4" name="Google Shape;34;p16">
            <a:extLst xmlns:a="http://schemas.openxmlformats.org/drawingml/2006/main">
              <a:ext uri="{FF2B5EF4-FFF2-40B4-BE49-F238E27FC236}">
                <a16:creationId xmlns:a16="http://schemas.microsoft.com/office/drawing/2014/main" id="{3FFED169-BDDE-4FC8-9CCB-9221617218C6}"/>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5" name="Google Shape;35;p16">
            <a:extLst xmlns:a="http://schemas.openxmlformats.org/drawingml/2006/main">
              <a:ext uri="{FF2B5EF4-FFF2-40B4-BE49-F238E27FC236}">
                <a16:creationId xmlns:a16="http://schemas.microsoft.com/office/drawing/2014/main" id="{A41FECAE-D391-4FE7-BC58-8B1038F0B7A2}"/>
              </a:ext>
            </a:extLst>
          </p:cNvPr>
          <p:cNvSpPr>
            <a:spLocks xmlns:a="http://schemas.openxmlformats.org/drawingml/2006/main" noGrp="1"/>
          </p:cNvSpPr>
          <p:nvPr>
            <p:ph type="body" idx="1"/>
          </p:nvPr>
        </p:nvSpPr>
        <p:spPr>
          <a:xfrm xmlns:a="http://schemas.openxmlformats.org/drawingml/2006/main">
            <a:off x="457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lnSpc>
                <a:spcPct val="100000"/>
              </a:lnSpc>
              <a:spcBef>
                <a:spcPts val="560"/>
              </a:spcBef>
              <a:spcAft>
                <a:spcPts val="0"/>
              </a:spcAft>
              <a:buClr>
                <a:schemeClr val="dk1"/>
              </a:buClr>
              <a:buSzPts val="2800"/>
              <a:buChar char="•"/>
              <a:defRPr sz="2800"/>
            </a:lvl1pPr>
            <a:lvl2pPr marL="914400" indent="-381000" algn="l">
              <a:lnSpc>
                <a:spcPct val="100000"/>
              </a:lnSpc>
              <a:spcBef>
                <a:spcPts val="480"/>
              </a:spcBef>
              <a:spcAft>
                <a:spcPts val="0"/>
              </a:spcAft>
              <a:buClr>
                <a:schemeClr val="dk1"/>
              </a:buClr>
              <a:buSzPts val="2400"/>
              <a:buChar char="–"/>
              <a:defRPr sz="2400"/>
            </a:lvl2pPr>
            <a:lvl3pPr marL="1371600" indent="-355600" algn="l">
              <a:lnSpc>
                <a:spcPct val="100000"/>
              </a:lnSpc>
              <a:spcBef>
                <a:spcPts val="400"/>
              </a:spcBef>
              <a:spcAft>
                <a:spcPts val="0"/>
              </a:spcAft>
              <a:buClr>
                <a:schemeClr val="dk1"/>
              </a:buClr>
              <a:buSzPts val="2000"/>
              <a:buChar char="•"/>
              <a:defRPr sz="2000"/>
            </a:lvl3pPr>
            <a:lvl4pPr marL="1828800" indent="-342900" algn="l">
              <a:lnSpc>
                <a:spcPct val="100000"/>
              </a:lnSpc>
              <a:spcBef>
                <a:spcPts val="360"/>
              </a:spcBef>
              <a:spcAft>
                <a:spcPts val="0"/>
              </a:spcAft>
              <a:buClr>
                <a:schemeClr val="dk1"/>
              </a:buClr>
              <a:buSzPts val="1800"/>
              <a:buChar char="–"/>
              <a:defRPr sz="1800"/>
            </a:lvl4pPr>
            <a:lvl5pPr marL="2286000" indent="-342900" algn="l">
              <a:lnSpc>
                <a:spcPct val="100000"/>
              </a:lnSpc>
              <a:spcBef>
                <a:spcPts val="360"/>
              </a:spcBef>
              <a:spcAft>
                <a:spcPts val="0"/>
              </a:spcAft>
              <a:buClr>
                <a:schemeClr val="dk1"/>
              </a:buClr>
              <a:buSzPts val="1800"/>
              <a:buChar char="»"/>
              <a:defRPr sz="1800"/>
            </a:lvl5pPr>
            <a:lvl6pPr marL="2743200" indent="-342900" algn="l">
              <a:lnSpc>
                <a:spcPct val="100000"/>
              </a:lnSpc>
              <a:spcBef>
                <a:spcPts val="360"/>
              </a:spcBef>
              <a:spcAft>
                <a:spcPts val="0"/>
              </a:spcAft>
              <a:buClr>
                <a:schemeClr val="dk1"/>
              </a:buClr>
              <a:buSzPts val="1800"/>
              <a:buChar char="•"/>
              <a:defRPr sz="1800"/>
            </a:lvl6pPr>
            <a:lvl7pPr marL="3200400" indent="-342900" algn="l">
              <a:lnSpc>
                <a:spcPct val="100000"/>
              </a:lnSpc>
              <a:spcBef>
                <a:spcPts val="360"/>
              </a:spcBef>
              <a:spcAft>
                <a:spcPts val="0"/>
              </a:spcAft>
              <a:buClr>
                <a:schemeClr val="dk1"/>
              </a:buClr>
              <a:buSzPts val="1800"/>
              <a:buChar char="•"/>
              <a:defRPr sz="1800"/>
            </a:lvl7pPr>
            <a:lvl8pPr marL="3657600" indent="-342900" algn="l">
              <a:lnSpc>
                <a:spcPct val="100000"/>
              </a:lnSpc>
              <a:spcBef>
                <a:spcPts val="360"/>
              </a:spcBef>
              <a:spcAft>
                <a:spcPts val="0"/>
              </a:spcAft>
              <a:buClr>
                <a:schemeClr val="dk1"/>
              </a:buClr>
              <a:buSzPts val="1800"/>
              <a:buChar char="•"/>
              <a:defRPr sz="1800"/>
            </a:lvl8pPr>
            <a:lvl9pPr marL="4114800" indent="-342900" algn="l">
              <a:lnSpc>
                <a:spcPct val="100000"/>
              </a:lnSpc>
              <a:spcBef>
                <a:spcPts val="360"/>
              </a:spcBef>
              <a:spcAft>
                <a:spcPts val="0"/>
              </a:spcAft>
              <a:buClr>
                <a:schemeClr val="dk1"/>
              </a:buClr>
              <a:buSzPts val="1800"/>
              <a:buChar char="•"/>
              <a:defRPr sz="1800"/>
            </a:lvl9pPr>
          </a:lstStyle>
          <a:p xmlns:a="http://schemas.openxmlformats.org/drawingml/2006/main">
            <a:endParaRPr/>
          </a:p>
        </p:txBody>
      </p:sp>
      <p:sp>
        <p:nvSpPr>
          <p:cNvPr id="36" name="Google Shape;36;p16">
            <a:extLst xmlns:a="http://schemas.openxmlformats.org/drawingml/2006/main">
              <a:ext uri="{FF2B5EF4-FFF2-40B4-BE49-F238E27FC236}">
                <a16:creationId xmlns:a16="http://schemas.microsoft.com/office/drawing/2014/main" id="{A0092089-FE0A-481E-9D78-223BECE9AFF9}"/>
              </a:ext>
            </a:extLst>
          </p:cNvPr>
          <p:cNvSpPr>
            <a:spLocks xmlns:a="http://schemas.openxmlformats.org/drawingml/2006/main" noGrp="1"/>
          </p:cNvSpPr>
          <p:nvPr>
            <p:ph type="body" idx="2"/>
          </p:nvPr>
        </p:nvSpPr>
        <p:spPr>
          <a:xfrm xmlns:a="http://schemas.openxmlformats.org/drawingml/2006/main">
            <a:off x="4648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lnSpc>
                <a:spcPct val="100000"/>
              </a:lnSpc>
              <a:spcBef>
                <a:spcPts val="560"/>
              </a:spcBef>
              <a:spcAft>
                <a:spcPts val="0"/>
              </a:spcAft>
              <a:buClr>
                <a:schemeClr val="dk1"/>
              </a:buClr>
              <a:buSzPts val="2800"/>
              <a:buChar char="•"/>
              <a:defRPr sz="2800"/>
            </a:lvl1pPr>
            <a:lvl2pPr marL="914400" indent="-381000" algn="l">
              <a:lnSpc>
                <a:spcPct val="100000"/>
              </a:lnSpc>
              <a:spcBef>
                <a:spcPts val="480"/>
              </a:spcBef>
              <a:spcAft>
                <a:spcPts val="0"/>
              </a:spcAft>
              <a:buClr>
                <a:schemeClr val="dk1"/>
              </a:buClr>
              <a:buSzPts val="2400"/>
              <a:buChar char="–"/>
              <a:defRPr sz="2400"/>
            </a:lvl2pPr>
            <a:lvl3pPr marL="1371600" indent="-355600" algn="l">
              <a:lnSpc>
                <a:spcPct val="100000"/>
              </a:lnSpc>
              <a:spcBef>
                <a:spcPts val="400"/>
              </a:spcBef>
              <a:spcAft>
                <a:spcPts val="0"/>
              </a:spcAft>
              <a:buClr>
                <a:schemeClr val="dk1"/>
              </a:buClr>
              <a:buSzPts val="2000"/>
              <a:buChar char="•"/>
              <a:defRPr sz="2000"/>
            </a:lvl3pPr>
            <a:lvl4pPr marL="1828800" indent="-342900" algn="l">
              <a:lnSpc>
                <a:spcPct val="100000"/>
              </a:lnSpc>
              <a:spcBef>
                <a:spcPts val="360"/>
              </a:spcBef>
              <a:spcAft>
                <a:spcPts val="0"/>
              </a:spcAft>
              <a:buClr>
                <a:schemeClr val="dk1"/>
              </a:buClr>
              <a:buSzPts val="1800"/>
              <a:buChar char="–"/>
              <a:defRPr sz="1800"/>
            </a:lvl4pPr>
            <a:lvl5pPr marL="2286000" indent="-342900" algn="l">
              <a:lnSpc>
                <a:spcPct val="100000"/>
              </a:lnSpc>
              <a:spcBef>
                <a:spcPts val="360"/>
              </a:spcBef>
              <a:spcAft>
                <a:spcPts val="0"/>
              </a:spcAft>
              <a:buClr>
                <a:schemeClr val="dk1"/>
              </a:buClr>
              <a:buSzPts val="1800"/>
              <a:buChar char="»"/>
              <a:defRPr sz="1800"/>
            </a:lvl5pPr>
            <a:lvl6pPr marL="2743200" indent="-342900" algn="l">
              <a:lnSpc>
                <a:spcPct val="100000"/>
              </a:lnSpc>
              <a:spcBef>
                <a:spcPts val="360"/>
              </a:spcBef>
              <a:spcAft>
                <a:spcPts val="0"/>
              </a:spcAft>
              <a:buClr>
                <a:schemeClr val="dk1"/>
              </a:buClr>
              <a:buSzPts val="1800"/>
              <a:buChar char="•"/>
              <a:defRPr sz="1800"/>
            </a:lvl6pPr>
            <a:lvl7pPr marL="3200400" indent="-342900" algn="l">
              <a:lnSpc>
                <a:spcPct val="100000"/>
              </a:lnSpc>
              <a:spcBef>
                <a:spcPts val="360"/>
              </a:spcBef>
              <a:spcAft>
                <a:spcPts val="0"/>
              </a:spcAft>
              <a:buClr>
                <a:schemeClr val="dk1"/>
              </a:buClr>
              <a:buSzPts val="1800"/>
              <a:buChar char="•"/>
              <a:defRPr sz="1800"/>
            </a:lvl7pPr>
            <a:lvl8pPr marL="3657600" indent="-342900" algn="l">
              <a:lnSpc>
                <a:spcPct val="100000"/>
              </a:lnSpc>
              <a:spcBef>
                <a:spcPts val="360"/>
              </a:spcBef>
              <a:spcAft>
                <a:spcPts val="0"/>
              </a:spcAft>
              <a:buClr>
                <a:schemeClr val="dk1"/>
              </a:buClr>
              <a:buSzPts val="1800"/>
              <a:buChar char="•"/>
              <a:defRPr sz="1800"/>
            </a:lvl8pPr>
            <a:lvl9pPr marL="4114800" indent="-342900" algn="l">
              <a:lnSpc>
                <a:spcPct val="100000"/>
              </a:lnSpc>
              <a:spcBef>
                <a:spcPts val="360"/>
              </a:spcBef>
              <a:spcAft>
                <a:spcPts val="0"/>
              </a:spcAft>
              <a:buClr>
                <a:schemeClr val="dk1"/>
              </a:buClr>
              <a:buSzPts val="1800"/>
              <a:buChar char="•"/>
              <a:defRPr sz="1800"/>
            </a:lvl9pPr>
          </a:lstStyle>
          <a:p xmlns:a="http://schemas.openxmlformats.org/drawingml/2006/main">
            <a:endParaRPr/>
          </a:p>
        </p:txBody>
      </p:sp>
      <p:sp>
        <p:nvSpPr>
          <p:cNvPr id="37" name="Google Shape;37;p16">
            <a:extLst xmlns:a="http://schemas.openxmlformats.org/drawingml/2006/main">
              <a:ext uri="{FF2B5EF4-FFF2-40B4-BE49-F238E27FC236}">
                <a16:creationId xmlns:a16="http://schemas.microsoft.com/office/drawing/2014/main" id="{D1157ADA-77C5-4392-84A1-32E85F644B92}"/>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8" name="Google Shape;38;p16">
            <a:extLst xmlns:a="http://schemas.openxmlformats.org/drawingml/2006/main">
              <a:ext uri="{FF2B5EF4-FFF2-40B4-BE49-F238E27FC236}">
                <a16:creationId xmlns:a16="http://schemas.microsoft.com/office/drawing/2014/main" id="{48657D22-652D-4DA9-A40E-3D90042FF414}"/>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9" name="Google Shape;39;p16">
            <a:extLst xmlns:a="http://schemas.openxmlformats.org/drawingml/2006/main">
              <a:ext uri="{FF2B5EF4-FFF2-40B4-BE49-F238E27FC236}">
                <a16:creationId xmlns:a16="http://schemas.microsoft.com/office/drawing/2014/main" id="{80B41255-5C68-490D-89F4-7F04AD2479A7}"/>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1" name="Google Shape;41;p17">
            <a:extLst xmlns:a="http://schemas.openxmlformats.org/drawingml/2006/main">
              <a:ext uri="{FF2B5EF4-FFF2-40B4-BE49-F238E27FC236}">
                <a16:creationId xmlns:a16="http://schemas.microsoft.com/office/drawing/2014/main" id="{0095B6D4-5E6F-4AB6-B935-59E39DF43038}"/>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4400"/>
              <a:buFont typeface="Calibri"/>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2" name="Google Shape;42;p17">
            <a:extLst xmlns:a="http://schemas.openxmlformats.org/drawingml/2006/main">
              <a:ext uri="{FF2B5EF4-FFF2-40B4-BE49-F238E27FC236}">
                <a16:creationId xmlns:a16="http://schemas.microsoft.com/office/drawing/2014/main" id="{91FA2410-F6F1-4EF5-B0D4-4ED3592BDD53}"/>
              </a:ext>
            </a:extLst>
          </p:cNvPr>
          <p:cNvSpPr>
            <a:spLocks xmlns:a="http://schemas.openxmlformats.org/drawingml/2006/main" noGrp="1"/>
          </p:cNvSpPr>
          <p:nvPr>
            <p:ph type="body" idx="1"/>
          </p:nvPr>
        </p:nvSpPr>
        <p:spPr>
          <a:xfrm xmlns:a="http://schemas.openxmlformats.org/drawingml/2006/main">
            <a:off x="457200" y="1535113"/>
            <a:ext cx="4040188"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100000"/>
              </a:lnSpc>
              <a:spcBef>
                <a:spcPts val="480"/>
              </a:spcBef>
              <a:spcAft>
                <a:spcPts val="0"/>
              </a:spcAft>
              <a:buClr>
                <a:schemeClr val="dk1"/>
              </a:buClr>
              <a:buSzPts val="2400"/>
              <a:buNone/>
              <a:defRPr sz="2400" b="1"/>
            </a:lvl1pPr>
            <a:lvl2pPr marL="914400" indent="-228600" algn="l">
              <a:lnSpc>
                <a:spcPct val="100000"/>
              </a:lnSpc>
              <a:spcBef>
                <a:spcPts val="400"/>
              </a:spcBef>
              <a:spcAft>
                <a:spcPts val="0"/>
              </a:spcAft>
              <a:buClr>
                <a:schemeClr val="dk1"/>
              </a:buClr>
              <a:buSzPts val="2000"/>
              <a:buNone/>
              <a:defRPr sz="2000" b="1"/>
            </a:lvl2pPr>
            <a:lvl3pPr marL="1371600" indent="-228600" algn="l">
              <a:lnSpc>
                <a:spcPct val="100000"/>
              </a:lnSpc>
              <a:spcBef>
                <a:spcPts val="360"/>
              </a:spcBef>
              <a:spcAft>
                <a:spcPts val="0"/>
              </a:spcAft>
              <a:buClr>
                <a:schemeClr val="dk1"/>
              </a:buClr>
              <a:buSzPts val="1800"/>
              <a:buNone/>
              <a:defRPr sz="1800" b="1"/>
            </a:lvl3pPr>
            <a:lvl4pPr marL="1828800" indent="-228600" algn="l">
              <a:lnSpc>
                <a:spcPct val="100000"/>
              </a:lnSpc>
              <a:spcBef>
                <a:spcPts val="320"/>
              </a:spcBef>
              <a:spcAft>
                <a:spcPts val="0"/>
              </a:spcAft>
              <a:buClr>
                <a:schemeClr val="dk1"/>
              </a:buClr>
              <a:buSzPts val="1600"/>
              <a:buNone/>
              <a:defRPr sz="1600" b="1"/>
            </a:lvl4pPr>
            <a:lvl5pPr marL="2286000" indent="-228600" algn="l">
              <a:lnSpc>
                <a:spcPct val="100000"/>
              </a:lnSpc>
              <a:spcBef>
                <a:spcPts val="320"/>
              </a:spcBef>
              <a:spcAft>
                <a:spcPts val="0"/>
              </a:spcAft>
              <a:buClr>
                <a:schemeClr val="dk1"/>
              </a:buClr>
              <a:buSzPts val="1600"/>
              <a:buNone/>
              <a:defRPr sz="1600" b="1"/>
            </a:lvl5pPr>
            <a:lvl6pPr marL="2743200" indent="-228600" algn="l">
              <a:lnSpc>
                <a:spcPct val="100000"/>
              </a:lnSpc>
              <a:spcBef>
                <a:spcPts val="320"/>
              </a:spcBef>
              <a:spcAft>
                <a:spcPts val="0"/>
              </a:spcAft>
              <a:buClr>
                <a:schemeClr val="dk1"/>
              </a:buClr>
              <a:buSzPts val="1600"/>
              <a:buNone/>
              <a:defRPr sz="1600" b="1"/>
            </a:lvl6pPr>
            <a:lvl7pPr marL="3200400" indent="-228600" algn="l">
              <a:lnSpc>
                <a:spcPct val="100000"/>
              </a:lnSpc>
              <a:spcBef>
                <a:spcPts val="320"/>
              </a:spcBef>
              <a:spcAft>
                <a:spcPts val="0"/>
              </a:spcAft>
              <a:buClr>
                <a:schemeClr val="dk1"/>
              </a:buClr>
              <a:buSzPts val="1600"/>
              <a:buNone/>
              <a:defRPr sz="1600" b="1"/>
            </a:lvl7pPr>
            <a:lvl8pPr marL="3657600" indent="-228600" algn="l">
              <a:lnSpc>
                <a:spcPct val="100000"/>
              </a:lnSpc>
              <a:spcBef>
                <a:spcPts val="320"/>
              </a:spcBef>
              <a:spcAft>
                <a:spcPts val="0"/>
              </a:spcAft>
              <a:buClr>
                <a:schemeClr val="dk1"/>
              </a:buClr>
              <a:buSzPts val="1600"/>
              <a:buNone/>
              <a:defRPr sz="1600" b="1"/>
            </a:lvl8pPr>
            <a:lvl9pPr marL="4114800" indent="-228600" algn="l">
              <a:lnSpc>
                <a:spcPct val="100000"/>
              </a:lnSpc>
              <a:spcBef>
                <a:spcPts val="320"/>
              </a:spcBef>
              <a:spcAft>
                <a:spcPts val="0"/>
              </a:spcAft>
              <a:buClr>
                <a:schemeClr val="dk1"/>
              </a:buClr>
              <a:buSzPts val="1600"/>
              <a:buNone/>
              <a:defRPr sz="1600" b="1"/>
            </a:lvl9pPr>
          </a:lstStyle>
          <a:p xmlns:a="http://schemas.openxmlformats.org/drawingml/2006/main">
            <a:endParaRPr/>
          </a:p>
        </p:txBody>
      </p:sp>
      <p:sp>
        <p:nvSpPr>
          <p:cNvPr id="43" name="Google Shape;43;p17">
            <a:extLst xmlns:a="http://schemas.openxmlformats.org/drawingml/2006/main">
              <a:ext uri="{FF2B5EF4-FFF2-40B4-BE49-F238E27FC236}">
                <a16:creationId xmlns:a16="http://schemas.microsoft.com/office/drawing/2014/main" id="{9D3805FE-88C2-46FB-AB2E-CDE23D841C77}"/>
              </a:ext>
            </a:extLst>
          </p:cNvPr>
          <p:cNvSpPr>
            <a:spLocks xmlns:a="http://schemas.openxmlformats.org/drawingml/2006/main" noGrp="1"/>
          </p:cNvSpPr>
          <p:nvPr>
            <p:ph type="body" idx="2"/>
          </p:nvPr>
        </p:nvSpPr>
        <p:spPr>
          <a:xfrm xmlns:a="http://schemas.openxmlformats.org/drawingml/2006/main">
            <a:off x="457200" y="2174875"/>
            <a:ext cx="4040188"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lnSpc>
                <a:spcPct val="100000"/>
              </a:lnSpc>
              <a:spcBef>
                <a:spcPts val="480"/>
              </a:spcBef>
              <a:spcAft>
                <a:spcPts val="0"/>
              </a:spcAft>
              <a:buClr>
                <a:schemeClr val="dk1"/>
              </a:buClr>
              <a:buSzPts val="2400"/>
              <a:buChar char="•"/>
              <a:defRPr sz="2400"/>
            </a:lvl1pPr>
            <a:lvl2pPr marL="914400" indent="-355600" algn="l">
              <a:lnSpc>
                <a:spcPct val="100000"/>
              </a:lnSpc>
              <a:spcBef>
                <a:spcPts val="400"/>
              </a:spcBef>
              <a:spcAft>
                <a:spcPts val="0"/>
              </a:spcAft>
              <a:buClr>
                <a:schemeClr val="dk1"/>
              </a:buClr>
              <a:buSzPts val="2000"/>
              <a:buChar char="–"/>
              <a:defRPr sz="2000"/>
            </a:lvl2pPr>
            <a:lvl3pPr marL="1371600" indent="-342900" algn="l">
              <a:lnSpc>
                <a:spcPct val="100000"/>
              </a:lnSpc>
              <a:spcBef>
                <a:spcPts val="360"/>
              </a:spcBef>
              <a:spcAft>
                <a:spcPts val="0"/>
              </a:spcAft>
              <a:buClr>
                <a:schemeClr val="dk1"/>
              </a:buClr>
              <a:buSzPts val="1800"/>
              <a:buChar char="•"/>
              <a:defRPr sz="1800"/>
            </a:lvl3pPr>
            <a:lvl4pPr marL="1828800" indent="-330200" algn="l">
              <a:lnSpc>
                <a:spcPct val="100000"/>
              </a:lnSpc>
              <a:spcBef>
                <a:spcPts val="320"/>
              </a:spcBef>
              <a:spcAft>
                <a:spcPts val="0"/>
              </a:spcAft>
              <a:buClr>
                <a:schemeClr val="dk1"/>
              </a:buClr>
              <a:buSzPts val="1600"/>
              <a:buChar char="–"/>
              <a:defRPr sz="1600"/>
            </a:lvl4pPr>
            <a:lvl5pPr marL="2286000" indent="-330200" algn="l">
              <a:lnSpc>
                <a:spcPct val="100000"/>
              </a:lnSpc>
              <a:spcBef>
                <a:spcPts val="320"/>
              </a:spcBef>
              <a:spcAft>
                <a:spcPts val="0"/>
              </a:spcAft>
              <a:buClr>
                <a:schemeClr val="dk1"/>
              </a:buClr>
              <a:buSzPts val="1600"/>
              <a:buChar char="»"/>
              <a:defRPr sz="1600"/>
            </a:lvl5pPr>
            <a:lvl6pPr marL="2743200" indent="-330200" algn="l">
              <a:lnSpc>
                <a:spcPct val="100000"/>
              </a:lnSpc>
              <a:spcBef>
                <a:spcPts val="320"/>
              </a:spcBef>
              <a:spcAft>
                <a:spcPts val="0"/>
              </a:spcAft>
              <a:buClr>
                <a:schemeClr val="dk1"/>
              </a:buClr>
              <a:buSzPts val="1600"/>
              <a:buChar char="•"/>
              <a:defRPr sz="1600"/>
            </a:lvl6pPr>
            <a:lvl7pPr marL="3200400" indent="-330200" algn="l">
              <a:lnSpc>
                <a:spcPct val="100000"/>
              </a:lnSpc>
              <a:spcBef>
                <a:spcPts val="320"/>
              </a:spcBef>
              <a:spcAft>
                <a:spcPts val="0"/>
              </a:spcAft>
              <a:buClr>
                <a:schemeClr val="dk1"/>
              </a:buClr>
              <a:buSzPts val="1600"/>
              <a:buChar char="•"/>
              <a:defRPr sz="1600"/>
            </a:lvl7pPr>
            <a:lvl8pPr marL="3657600" indent="-330200" algn="l">
              <a:lnSpc>
                <a:spcPct val="100000"/>
              </a:lnSpc>
              <a:spcBef>
                <a:spcPts val="320"/>
              </a:spcBef>
              <a:spcAft>
                <a:spcPts val="0"/>
              </a:spcAft>
              <a:buClr>
                <a:schemeClr val="dk1"/>
              </a:buClr>
              <a:buSzPts val="1600"/>
              <a:buChar char="•"/>
              <a:defRPr sz="1600"/>
            </a:lvl8pPr>
            <a:lvl9pPr marL="4114800" indent="-330200" algn="l">
              <a:lnSpc>
                <a:spcPct val="100000"/>
              </a:lnSpc>
              <a:spcBef>
                <a:spcPts val="320"/>
              </a:spcBef>
              <a:spcAft>
                <a:spcPts val="0"/>
              </a:spcAft>
              <a:buClr>
                <a:schemeClr val="dk1"/>
              </a:buClr>
              <a:buSzPts val="1600"/>
              <a:buChar char="•"/>
              <a:defRPr sz="1600"/>
            </a:lvl9pPr>
          </a:lstStyle>
          <a:p xmlns:a="http://schemas.openxmlformats.org/drawingml/2006/main">
            <a:endParaRPr/>
          </a:p>
        </p:txBody>
      </p:sp>
      <p:sp>
        <p:nvSpPr>
          <p:cNvPr id="44" name="Google Shape;44;p17">
            <a:extLst xmlns:a="http://schemas.openxmlformats.org/drawingml/2006/main">
              <a:ext uri="{FF2B5EF4-FFF2-40B4-BE49-F238E27FC236}">
                <a16:creationId xmlns:a16="http://schemas.microsoft.com/office/drawing/2014/main" id="{8F4909AF-C326-402D-A84B-FDC221461A0D}"/>
              </a:ext>
            </a:extLst>
          </p:cNvPr>
          <p:cNvSpPr>
            <a:spLocks xmlns:a="http://schemas.openxmlformats.org/drawingml/2006/main" noGrp="1"/>
          </p:cNvSpPr>
          <p:nvPr>
            <p:ph type="body" idx="3"/>
          </p:nvPr>
        </p:nvSpPr>
        <p:spPr>
          <a:xfrm xmlns:a="http://schemas.openxmlformats.org/drawingml/2006/main">
            <a:off x="4645025" y="1535113"/>
            <a:ext cx="4041775"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100000"/>
              </a:lnSpc>
              <a:spcBef>
                <a:spcPts val="480"/>
              </a:spcBef>
              <a:spcAft>
                <a:spcPts val="0"/>
              </a:spcAft>
              <a:buClr>
                <a:schemeClr val="dk1"/>
              </a:buClr>
              <a:buSzPts val="2400"/>
              <a:buNone/>
              <a:defRPr sz="2400" b="1"/>
            </a:lvl1pPr>
            <a:lvl2pPr marL="914400" indent="-228600" algn="l">
              <a:lnSpc>
                <a:spcPct val="100000"/>
              </a:lnSpc>
              <a:spcBef>
                <a:spcPts val="400"/>
              </a:spcBef>
              <a:spcAft>
                <a:spcPts val="0"/>
              </a:spcAft>
              <a:buClr>
                <a:schemeClr val="dk1"/>
              </a:buClr>
              <a:buSzPts val="2000"/>
              <a:buNone/>
              <a:defRPr sz="2000" b="1"/>
            </a:lvl2pPr>
            <a:lvl3pPr marL="1371600" indent="-228600" algn="l">
              <a:lnSpc>
                <a:spcPct val="100000"/>
              </a:lnSpc>
              <a:spcBef>
                <a:spcPts val="360"/>
              </a:spcBef>
              <a:spcAft>
                <a:spcPts val="0"/>
              </a:spcAft>
              <a:buClr>
                <a:schemeClr val="dk1"/>
              </a:buClr>
              <a:buSzPts val="1800"/>
              <a:buNone/>
              <a:defRPr sz="1800" b="1"/>
            </a:lvl3pPr>
            <a:lvl4pPr marL="1828800" indent="-228600" algn="l">
              <a:lnSpc>
                <a:spcPct val="100000"/>
              </a:lnSpc>
              <a:spcBef>
                <a:spcPts val="320"/>
              </a:spcBef>
              <a:spcAft>
                <a:spcPts val="0"/>
              </a:spcAft>
              <a:buClr>
                <a:schemeClr val="dk1"/>
              </a:buClr>
              <a:buSzPts val="1600"/>
              <a:buNone/>
              <a:defRPr sz="1600" b="1"/>
            </a:lvl4pPr>
            <a:lvl5pPr marL="2286000" indent="-228600" algn="l">
              <a:lnSpc>
                <a:spcPct val="100000"/>
              </a:lnSpc>
              <a:spcBef>
                <a:spcPts val="320"/>
              </a:spcBef>
              <a:spcAft>
                <a:spcPts val="0"/>
              </a:spcAft>
              <a:buClr>
                <a:schemeClr val="dk1"/>
              </a:buClr>
              <a:buSzPts val="1600"/>
              <a:buNone/>
              <a:defRPr sz="1600" b="1"/>
            </a:lvl5pPr>
            <a:lvl6pPr marL="2743200" indent="-228600" algn="l">
              <a:lnSpc>
                <a:spcPct val="100000"/>
              </a:lnSpc>
              <a:spcBef>
                <a:spcPts val="320"/>
              </a:spcBef>
              <a:spcAft>
                <a:spcPts val="0"/>
              </a:spcAft>
              <a:buClr>
                <a:schemeClr val="dk1"/>
              </a:buClr>
              <a:buSzPts val="1600"/>
              <a:buNone/>
              <a:defRPr sz="1600" b="1"/>
            </a:lvl6pPr>
            <a:lvl7pPr marL="3200400" indent="-228600" algn="l">
              <a:lnSpc>
                <a:spcPct val="100000"/>
              </a:lnSpc>
              <a:spcBef>
                <a:spcPts val="320"/>
              </a:spcBef>
              <a:spcAft>
                <a:spcPts val="0"/>
              </a:spcAft>
              <a:buClr>
                <a:schemeClr val="dk1"/>
              </a:buClr>
              <a:buSzPts val="1600"/>
              <a:buNone/>
              <a:defRPr sz="1600" b="1"/>
            </a:lvl7pPr>
            <a:lvl8pPr marL="3657600" indent="-228600" algn="l">
              <a:lnSpc>
                <a:spcPct val="100000"/>
              </a:lnSpc>
              <a:spcBef>
                <a:spcPts val="320"/>
              </a:spcBef>
              <a:spcAft>
                <a:spcPts val="0"/>
              </a:spcAft>
              <a:buClr>
                <a:schemeClr val="dk1"/>
              </a:buClr>
              <a:buSzPts val="1600"/>
              <a:buNone/>
              <a:defRPr sz="1600" b="1"/>
            </a:lvl8pPr>
            <a:lvl9pPr marL="4114800" indent="-228600" algn="l">
              <a:lnSpc>
                <a:spcPct val="100000"/>
              </a:lnSpc>
              <a:spcBef>
                <a:spcPts val="320"/>
              </a:spcBef>
              <a:spcAft>
                <a:spcPts val="0"/>
              </a:spcAft>
              <a:buClr>
                <a:schemeClr val="dk1"/>
              </a:buClr>
              <a:buSzPts val="1600"/>
              <a:buNone/>
              <a:defRPr sz="1600" b="1"/>
            </a:lvl9pPr>
          </a:lstStyle>
          <a:p xmlns:a="http://schemas.openxmlformats.org/drawingml/2006/main">
            <a:endParaRPr/>
          </a:p>
        </p:txBody>
      </p:sp>
      <p:sp>
        <p:nvSpPr>
          <p:cNvPr id="45" name="Google Shape;45;p17">
            <a:extLst xmlns:a="http://schemas.openxmlformats.org/drawingml/2006/main">
              <a:ext uri="{FF2B5EF4-FFF2-40B4-BE49-F238E27FC236}">
                <a16:creationId xmlns:a16="http://schemas.microsoft.com/office/drawing/2014/main" id="{1123856E-0F0C-47F2-8647-04E1DB8A5347}"/>
              </a:ext>
            </a:extLst>
          </p:cNvPr>
          <p:cNvSpPr>
            <a:spLocks xmlns:a="http://schemas.openxmlformats.org/drawingml/2006/main" noGrp="1"/>
          </p:cNvSpPr>
          <p:nvPr>
            <p:ph type="body" idx="4"/>
          </p:nvPr>
        </p:nvSpPr>
        <p:spPr>
          <a:xfrm xmlns:a="http://schemas.openxmlformats.org/drawingml/2006/main">
            <a:off x="4645025" y="2174875"/>
            <a:ext cx="4041775"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lnSpc>
                <a:spcPct val="100000"/>
              </a:lnSpc>
              <a:spcBef>
                <a:spcPts val="480"/>
              </a:spcBef>
              <a:spcAft>
                <a:spcPts val="0"/>
              </a:spcAft>
              <a:buClr>
                <a:schemeClr val="dk1"/>
              </a:buClr>
              <a:buSzPts val="2400"/>
              <a:buChar char="•"/>
              <a:defRPr sz="2400"/>
            </a:lvl1pPr>
            <a:lvl2pPr marL="914400" indent="-355600" algn="l">
              <a:lnSpc>
                <a:spcPct val="100000"/>
              </a:lnSpc>
              <a:spcBef>
                <a:spcPts val="400"/>
              </a:spcBef>
              <a:spcAft>
                <a:spcPts val="0"/>
              </a:spcAft>
              <a:buClr>
                <a:schemeClr val="dk1"/>
              </a:buClr>
              <a:buSzPts val="2000"/>
              <a:buChar char="–"/>
              <a:defRPr sz="2000"/>
            </a:lvl2pPr>
            <a:lvl3pPr marL="1371600" indent="-342900" algn="l">
              <a:lnSpc>
                <a:spcPct val="100000"/>
              </a:lnSpc>
              <a:spcBef>
                <a:spcPts val="360"/>
              </a:spcBef>
              <a:spcAft>
                <a:spcPts val="0"/>
              </a:spcAft>
              <a:buClr>
                <a:schemeClr val="dk1"/>
              </a:buClr>
              <a:buSzPts val="1800"/>
              <a:buChar char="•"/>
              <a:defRPr sz="1800"/>
            </a:lvl3pPr>
            <a:lvl4pPr marL="1828800" indent="-330200" algn="l">
              <a:lnSpc>
                <a:spcPct val="100000"/>
              </a:lnSpc>
              <a:spcBef>
                <a:spcPts val="320"/>
              </a:spcBef>
              <a:spcAft>
                <a:spcPts val="0"/>
              </a:spcAft>
              <a:buClr>
                <a:schemeClr val="dk1"/>
              </a:buClr>
              <a:buSzPts val="1600"/>
              <a:buChar char="–"/>
              <a:defRPr sz="1600"/>
            </a:lvl4pPr>
            <a:lvl5pPr marL="2286000" indent="-330200" algn="l">
              <a:lnSpc>
                <a:spcPct val="100000"/>
              </a:lnSpc>
              <a:spcBef>
                <a:spcPts val="320"/>
              </a:spcBef>
              <a:spcAft>
                <a:spcPts val="0"/>
              </a:spcAft>
              <a:buClr>
                <a:schemeClr val="dk1"/>
              </a:buClr>
              <a:buSzPts val="1600"/>
              <a:buChar char="»"/>
              <a:defRPr sz="1600"/>
            </a:lvl5pPr>
            <a:lvl6pPr marL="2743200" indent="-330200" algn="l">
              <a:lnSpc>
                <a:spcPct val="100000"/>
              </a:lnSpc>
              <a:spcBef>
                <a:spcPts val="320"/>
              </a:spcBef>
              <a:spcAft>
                <a:spcPts val="0"/>
              </a:spcAft>
              <a:buClr>
                <a:schemeClr val="dk1"/>
              </a:buClr>
              <a:buSzPts val="1600"/>
              <a:buChar char="•"/>
              <a:defRPr sz="1600"/>
            </a:lvl6pPr>
            <a:lvl7pPr marL="3200400" indent="-330200" algn="l">
              <a:lnSpc>
                <a:spcPct val="100000"/>
              </a:lnSpc>
              <a:spcBef>
                <a:spcPts val="320"/>
              </a:spcBef>
              <a:spcAft>
                <a:spcPts val="0"/>
              </a:spcAft>
              <a:buClr>
                <a:schemeClr val="dk1"/>
              </a:buClr>
              <a:buSzPts val="1600"/>
              <a:buChar char="•"/>
              <a:defRPr sz="1600"/>
            </a:lvl7pPr>
            <a:lvl8pPr marL="3657600" indent="-330200" algn="l">
              <a:lnSpc>
                <a:spcPct val="100000"/>
              </a:lnSpc>
              <a:spcBef>
                <a:spcPts val="320"/>
              </a:spcBef>
              <a:spcAft>
                <a:spcPts val="0"/>
              </a:spcAft>
              <a:buClr>
                <a:schemeClr val="dk1"/>
              </a:buClr>
              <a:buSzPts val="1600"/>
              <a:buChar char="•"/>
              <a:defRPr sz="1600"/>
            </a:lvl8pPr>
            <a:lvl9pPr marL="4114800" indent="-330200" algn="l">
              <a:lnSpc>
                <a:spcPct val="100000"/>
              </a:lnSpc>
              <a:spcBef>
                <a:spcPts val="320"/>
              </a:spcBef>
              <a:spcAft>
                <a:spcPts val="0"/>
              </a:spcAft>
              <a:buClr>
                <a:schemeClr val="dk1"/>
              </a:buClr>
              <a:buSzPts val="1600"/>
              <a:buChar char="•"/>
              <a:defRPr sz="1600"/>
            </a:lvl9pPr>
          </a:lstStyle>
          <a:p xmlns:a="http://schemas.openxmlformats.org/drawingml/2006/main">
            <a:endParaRPr/>
          </a:p>
        </p:txBody>
      </p:sp>
      <p:sp>
        <p:nvSpPr>
          <p:cNvPr id="46" name="Google Shape;46;p17">
            <a:extLst xmlns:a="http://schemas.openxmlformats.org/drawingml/2006/main">
              <a:ext uri="{FF2B5EF4-FFF2-40B4-BE49-F238E27FC236}">
                <a16:creationId xmlns:a16="http://schemas.microsoft.com/office/drawing/2014/main" id="{A675092D-6BDB-41E3-AEBE-2B648F45BB2E}"/>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7" name="Google Shape;47;p17">
            <a:extLst xmlns:a="http://schemas.openxmlformats.org/drawingml/2006/main">
              <a:ext uri="{FF2B5EF4-FFF2-40B4-BE49-F238E27FC236}">
                <a16:creationId xmlns:a16="http://schemas.microsoft.com/office/drawing/2014/main" id="{3BA9BF78-7D73-4730-A957-56A96EEB61FA}"/>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17">
            <a:extLst xmlns:a="http://schemas.openxmlformats.org/drawingml/2006/main">
              <a:ext uri="{FF2B5EF4-FFF2-40B4-BE49-F238E27FC236}">
                <a16:creationId xmlns:a16="http://schemas.microsoft.com/office/drawing/2014/main" id="{FB306DA8-4222-4F33-96B2-1FE5D8702BB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0" name="Google Shape;50;p18">
            <a:extLst xmlns:a="http://schemas.openxmlformats.org/drawingml/2006/main">
              <a:ext uri="{FF2B5EF4-FFF2-40B4-BE49-F238E27FC236}">
                <a16:creationId xmlns:a16="http://schemas.microsoft.com/office/drawing/2014/main" id="{0F3BBAAE-45D8-40CC-A52E-18D45ECE56C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18">
            <a:extLst xmlns:a="http://schemas.openxmlformats.org/drawingml/2006/main">
              <a:ext uri="{FF2B5EF4-FFF2-40B4-BE49-F238E27FC236}">
                <a16:creationId xmlns:a16="http://schemas.microsoft.com/office/drawing/2014/main" id="{8F95849D-4265-4CD5-8861-638B365299F5}"/>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18">
            <a:extLst xmlns:a="http://schemas.openxmlformats.org/drawingml/2006/main">
              <a:ext uri="{FF2B5EF4-FFF2-40B4-BE49-F238E27FC236}">
                <a16:creationId xmlns:a16="http://schemas.microsoft.com/office/drawing/2014/main" id="{B1EFA57B-B14B-4A0D-B36D-7BCA50F5C378}"/>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3" name="Google Shape;53;p18">
            <a:extLst xmlns:a="http://schemas.openxmlformats.org/drawingml/2006/main">
              <a:ext uri="{FF2B5EF4-FFF2-40B4-BE49-F238E27FC236}">
                <a16:creationId xmlns:a16="http://schemas.microsoft.com/office/drawing/2014/main" id="{403BA44B-4B1E-43E5-954C-B8EF82B0D03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5" name="Google Shape;55;p19">
            <a:extLst xmlns:a="http://schemas.openxmlformats.org/drawingml/2006/main">
              <a:ext uri="{FF2B5EF4-FFF2-40B4-BE49-F238E27FC236}">
                <a16:creationId xmlns:a16="http://schemas.microsoft.com/office/drawing/2014/main" id="{D4256D66-7402-40CE-9EAF-D33F94AC0D29}"/>
              </a:ext>
            </a:extLst>
          </p:cNvPr>
          <p:cNvSpPr>
            <a:spLocks xmlns:a="http://schemas.openxmlformats.org/drawingml/2006/main" noGrp="1"/>
          </p:cNvSpPr>
          <p:nvPr>
            <p:ph type="title" idx="0"/>
          </p:nvPr>
        </p:nvSpPr>
        <p:spPr>
          <a:xfrm xmlns:a="http://schemas.openxmlformats.org/drawingml/2006/main">
            <a:off x="457200" y="273050"/>
            <a:ext cx="3008313"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100000"/>
              </a:lnSpc>
              <a:spcBef>
                <a:spcPts val="0"/>
              </a:spcBef>
              <a:spcAft>
                <a:spcPts val="0"/>
              </a:spcAft>
              <a:buClr>
                <a:schemeClr val="dk1"/>
              </a:buClr>
              <a:buSzPts val="2000"/>
              <a:buFont typeface="Calibri"/>
              <a:buNone/>
              <a:defRPr sz="2000" b="1"/>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6" name="Google Shape;56;p19">
            <a:extLst xmlns:a="http://schemas.openxmlformats.org/drawingml/2006/main">
              <a:ext uri="{FF2B5EF4-FFF2-40B4-BE49-F238E27FC236}">
                <a16:creationId xmlns:a16="http://schemas.microsoft.com/office/drawing/2014/main" id="{DE884B89-51E9-4E14-B13A-A2F6A1C98F3F}"/>
              </a:ext>
            </a:extLst>
          </p:cNvPr>
          <p:cNvSpPr>
            <a:spLocks xmlns:a="http://schemas.openxmlformats.org/drawingml/2006/main" noGrp="1"/>
          </p:cNvSpPr>
          <p:nvPr>
            <p:ph type="body" idx="1"/>
          </p:nvPr>
        </p:nvSpPr>
        <p:spPr>
          <a:xfrm xmlns:a="http://schemas.openxmlformats.org/drawingml/2006/main">
            <a:off x="3575050" y="273050"/>
            <a:ext cx="5111750"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lnSpc>
                <a:spcPct val="100000"/>
              </a:lnSpc>
              <a:spcBef>
                <a:spcPts val="640"/>
              </a:spcBef>
              <a:spcAft>
                <a:spcPts val="0"/>
              </a:spcAft>
              <a:buClr>
                <a:schemeClr val="dk1"/>
              </a:buClr>
              <a:buSzPts val="3200"/>
              <a:buChar char="•"/>
              <a:defRPr sz="3200"/>
            </a:lvl1pPr>
            <a:lvl2pPr marL="914400" indent="-406400" algn="l">
              <a:lnSpc>
                <a:spcPct val="100000"/>
              </a:lnSpc>
              <a:spcBef>
                <a:spcPts val="560"/>
              </a:spcBef>
              <a:spcAft>
                <a:spcPts val="0"/>
              </a:spcAft>
              <a:buClr>
                <a:schemeClr val="dk1"/>
              </a:buClr>
              <a:buSzPts val="2800"/>
              <a:buChar char="–"/>
              <a:defRPr sz="2800"/>
            </a:lvl2pPr>
            <a:lvl3pPr marL="1371600" indent="-381000" algn="l">
              <a:lnSpc>
                <a:spcPct val="100000"/>
              </a:lnSpc>
              <a:spcBef>
                <a:spcPts val="480"/>
              </a:spcBef>
              <a:spcAft>
                <a:spcPts val="0"/>
              </a:spcAft>
              <a:buClr>
                <a:schemeClr val="dk1"/>
              </a:buClr>
              <a:buSzPts val="2400"/>
              <a:buChar char="•"/>
              <a:defRPr sz="2400"/>
            </a:lvl3pPr>
            <a:lvl4pPr marL="1828800" indent="-355600" algn="l">
              <a:lnSpc>
                <a:spcPct val="100000"/>
              </a:lnSpc>
              <a:spcBef>
                <a:spcPts val="400"/>
              </a:spcBef>
              <a:spcAft>
                <a:spcPts val="0"/>
              </a:spcAft>
              <a:buClr>
                <a:schemeClr val="dk1"/>
              </a:buClr>
              <a:buSzPts val="2000"/>
              <a:buChar char="–"/>
              <a:defRPr sz="2000"/>
            </a:lvl4pPr>
            <a:lvl5pPr marL="2286000" indent="-355600" algn="l">
              <a:lnSpc>
                <a:spcPct val="100000"/>
              </a:lnSpc>
              <a:spcBef>
                <a:spcPts val="400"/>
              </a:spcBef>
              <a:spcAft>
                <a:spcPts val="0"/>
              </a:spcAft>
              <a:buClr>
                <a:schemeClr val="dk1"/>
              </a:buClr>
              <a:buSzPts val="2000"/>
              <a:buChar char="»"/>
              <a:defRPr sz="2000"/>
            </a:lvl5pPr>
            <a:lvl6pPr marL="2743200" indent="-355600" algn="l">
              <a:lnSpc>
                <a:spcPct val="100000"/>
              </a:lnSpc>
              <a:spcBef>
                <a:spcPts val="400"/>
              </a:spcBef>
              <a:spcAft>
                <a:spcPts val="0"/>
              </a:spcAft>
              <a:buClr>
                <a:schemeClr val="dk1"/>
              </a:buClr>
              <a:buSzPts val="2000"/>
              <a:buChar char="•"/>
              <a:defRPr sz="2000"/>
            </a:lvl6pPr>
            <a:lvl7pPr marL="3200400" indent="-355600" algn="l">
              <a:lnSpc>
                <a:spcPct val="100000"/>
              </a:lnSpc>
              <a:spcBef>
                <a:spcPts val="400"/>
              </a:spcBef>
              <a:spcAft>
                <a:spcPts val="0"/>
              </a:spcAft>
              <a:buClr>
                <a:schemeClr val="dk1"/>
              </a:buClr>
              <a:buSzPts val="2000"/>
              <a:buChar char="•"/>
              <a:defRPr sz="2000"/>
            </a:lvl7pPr>
            <a:lvl8pPr marL="3657600" indent="-355600" algn="l">
              <a:lnSpc>
                <a:spcPct val="100000"/>
              </a:lnSpc>
              <a:spcBef>
                <a:spcPts val="400"/>
              </a:spcBef>
              <a:spcAft>
                <a:spcPts val="0"/>
              </a:spcAft>
              <a:buClr>
                <a:schemeClr val="dk1"/>
              </a:buClr>
              <a:buSzPts val="2000"/>
              <a:buChar char="•"/>
              <a:defRPr sz="2000"/>
            </a:lvl8pPr>
            <a:lvl9pPr marL="4114800" indent="-355600" algn="l">
              <a:lnSpc>
                <a:spcPct val="100000"/>
              </a:lnSpc>
              <a:spcBef>
                <a:spcPts val="400"/>
              </a:spcBef>
              <a:spcAft>
                <a:spcPts val="0"/>
              </a:spcAft>
              <a:buClr>
                <a:schemeClr val="dk1"/>
              </a:buClr>
              <a:buSzPts val="2000"/>
              <a:buChar char="•"/>
              <a:defRPr sz="2000"/>
            </a:lvl9pPr>
          </a:lstStyle>
          <a:p xmlns:a="http://schemas.openxmlformats.org/drawingml/2006/main">
            <a:endParaRPr/>
          </a:p>
        </p:txBody>
      </p:sp>
      <p:sp>
        <p:nvSpPr>
          <p:cNvPr id="57" name="Google Shape;57;p19">
            <a:extLst xmlns:a="http://schemas.openxmlformats.org/drawingml/2006/main">
              <a:ext uri="{FF2B5EF4-FFF2-40B4-BE49-F238E27FC236}">
                <a16:creationId xmlns:a16="http://schemas.microsoft.com/office/drawing/2014/main" id="{B4EE3C09-56DC-455C-AA86-AE2C0A10D370}"/>
              </a:ext>
            </a:extLst>
          </p:cNvPr>
          <p:cNvSpPr>
            <a:spLocks xmlns:a="http://schemas.openxmlformats.org/drawingml/2006/main" noGrp="1"/>
          </p:cNvSpPr>
          <p:nvPr>
            <p:ph type="body" idx="2"/>
          </p:nvPr>
        </p:nvSpPr>
        <p:spPr>
          <a:xfrm xmlns:a="http://schemas.openxmlformats.org/drawingml/2006/main">
            <a:off x="457200" y="1435100"/>
            <a:ext cx="3008313"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280"/>
              </a:spcBef>
              <a:spcAft>
                <a:spcPts val="0"/>
              </a:spcAft>
              <a:buClr>
                <a:schemeClr val="dk1"/>
              </a:buClr>
              <a:buSzPts val="1400"/>
              <a:buNone/>
              <a:defRPr sz="1400"/>
            </a:lvl1pPr>
            <a:lvl2pPr marL="914400" indent="-228600" algn="l">
              <a:lnSpc>
                <a:spcPct val="100000"/>
              </a:lnSpc>
              <a:spcBef>
                <a:spcPts val="240"/>
              </a:spcBef>
              <a:spcAft>
                <a:spcPts val="0"/>
              </a:spcAft>
              <a:buClr>
                <a:schemeClr val="dk1"/>
              </a:buClr>
              <a:buSzPts val="1200"/>
              <a:buNone/>
              <a:defRPr sz="1200"/>
            </a:lvl2pPr>
            <a:lvl3pPr marL="1371600" indent="-228600" algn="l">
              <a:lnSpc>
                <a:spcPct val="100000"/>
              </a:lnSpc>
              <a:spcBef>
                <a:spcPts val="200"/>
              </a:spcBef>
              <a:spcAft>
                <a:spcPts val="0"/>
              </a:spcAft>
              <a:buClr>
                <a:schemeClr val="dk1"/>
              </a:buClr>
              <a:buSzPts val="1000"/>
              <a:buNone/>
              <a:defRPr sz="1000"/>
            </a:lvl3pPr>
            <a:lvl4pPr marL="1828800" indent="-228600" algn="l">
              <a:lnSpc>
                <a:spcPct val="100000"/>
              </a:lnSpc>
              <a:spcBef>
                <a:spcPts val="180"/>
              </a:spcBef>
              <a:spcAft>
                <a:spcPts val="0"/>
              </a:spcAft>
              <a:buClr>
                <a:schemeClr val="dk1"/>
              </a:buClr>
              <a:buSzPts val="900"/>
              <a:buNone/>
              <a:defRPr sz="900"/>
            </a:lvl4pPr>
            <a:lvl5pPr marL="2286000" indent="-228600" algn="l">
              <a:lnSpc>
                <a:spcPct val="100000"/>
              </a:lnSpc>
              <a:spcBef>
                <a:spcPts val="180"/>
              </a:spcBef>
              <a:spcAft>
                <a:spcPts val="0"/>
              </a:spcAft>
              <a:buClr>
                <a:schemeClr val="dk1"/>
              </a:buClr>
              <a:buSzPts val="900"/>
              <a:buNone/>
              <a:defRPr sz="900"/>
            </a:lvl5pPr>
            <a:lvl6pPr marL="2743200" indent="-228600" algn="l">
              <a:lnSpc>
                <a:spcPct val="100000"/>
              </a:lnSpc>
              <a:spcBef>
                <a:spcPts val="180"/>
              </a:spcBef>
              <a:spcAft>
                <a:spcPts val="0"/>
              </a:spcAft>
              <a:buClr>
                <a:schemeClr val="dk1"/>
              </a:buClr>
              <a:buSzPts val="900"/>
              <a:buNone/>
              <a:defRPr sz="900"/>
            </a:lvl6pPr>
            <a:lvl7pPr marL="3200400" indent="-228600" algn="l">
              <a:lnSpc>
                <a:spcPct val="100000"/>
              </a:lnSpc>
              <a:spcBef>
                <a:spcPts val="180"/>
              </a:spcBef>
              <a:spcAft>
                <a:spcPts val="0"/>
              </a:spcAft>
              <a:buClr>
                <a:schemeClr val="dk1"/>
              </a:buClr>
              <a:buSzPts val="900"/>
              <a:buNone/>
              <a:defRPr sz="900"/>
            </a:lvl7pPr>
            <a:lvl8pPr marL="3657600" indent="-228600" algn="l">
              <a:lnSpc>
                <a:spcPct val="100000"/>
              </a:lnSpc>
              <a:spcBef>
                <a:spcPts val="180"/>
              </a:spcBef>
              <a:spcAft>
                <a:spcPts val="0"/>
              </a:spcAft>
              <a:buClr>
                <a:schemeClr val="dk1"/>
              </a:buClr>
              <a:buSzPts val="900"/>
              <a:buNone/>
              <a:defRPr sz="900"/>
            </a:lvl8pPr>
            <a:lvl9pPr marL="4114800" indent="-228600" algn="l">
              <a:lnSpc>
                <a:spcPct val="100000"/>
              </a:lnSpc>
              <a:spcBef>
                <a:spcPts val="180"/>
              </a:spcBef>
              <a:spcAft>
                <a:spcPts val="0"/>
              </a:spcAft>
              <a:buClr>
                <a:schemeClr val="dk1"/>
              </a:buClr>
              <a:buSzPts val="900"/>
              <a:buNone/>
              <a:defRPr sz="900"/>
            </a:lvl9pPr>
          </a:lstStyle>
          <a:p xmlns:a="http://schemas.openxmlformats.org/drawingml/2006/main">
            <a:endParaRPr/>
          </a:p>
        </p:txBody>
      </p:sp>
      <p:sp>
        <p:nvSpPr>
          <p:cNvPr id="58" name="Google Shape;58;p19">
            <a:extLst xmlns:a="http://schemas.openxmlformats.org/drawingml/2006/main">
              <a:ext uri="{FF2B5EF4-FFF2-40B4-BE49-F238E27FC236}">
                <a16:creationId xmlns:a16="http://schemas.microsoft.com/office/drawing/2014/main" id="{C93F9E02-FDC5-4F99-BFC4-7B961F2D28D6}"/>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9" name="Google Shape;59;p19">
            <a:extLst xmlns:a="http://schemas.openxmlformats.org/drawingml/2006/main">
              <a:ext uri="{FF2B5EF4-FFF2-40B4-BE49-F238E27FC236}">
                <a16:creationId xmlns:a16="http://schemas.microsoft.com/office/drawing/2014/main" id="{68F4F08B-4AA5-4549-B546-01331550F7BC}"/>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19">
            <a:extLst xmlns:a="http://schemas.openxmlformats.org/drawingml/2006/main">
              <a:ext uri="{FF2B5EF4-FFF2-40B4-BE49-F238E27FC236}">
                <a16:creationId xmlns:a16="http://schemas.microsoft.com/office/drawing/2014/main" id="{01D8A513-4CF4-471A-867F-9AA0930BBFA8}"/>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2" name="Google Shape;62;p20">
            <a:extLst xmlns:a="http://schemas.openxmlformats.org/drawingml/2006/main">
              <a:ext uri="{FF2B5EF4-FFF2-40B4-BE49-F238E27FC236}">
                <a16:creationId xmlns:a16="http://schemas.microsoft.com/office/drawing/2014/main" id="{6B93C106-6D40-48F6-A020-4A13F8445CF5}"/>
              </a:ext>
            </a:extLst>
          </p:cNvPr>
          <p:cNvSpPr>
            <a:spLocks xmlns:a="http://schemas.openxmlformats.org/drawingml/2006/main" noGrp="1"/>
          </p:cNvSpPr>
          <p:nvPr>
            <p:ph type="title" idx="0"/>
          </p:nvPr>
        </p:nvSpPr>
        <p:spPr>
          <a:xfrm xmlns:a="http://schemas.openxmlformats.org/drawingml/2006/main">
            <a:off x="1792288" y="4800600"/>
            <a:ext cx="54864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100000"/>
              </a:lnSpc>
              <a:spcBef>
                <a:spcPts val="0"/>
              </a:spcBef>
              <a:spcAft>
                <a:spcPts val="0"/>
              </a:spcAft>
              <a:buClr>
                <a:schemeClr val="dk1"/>
              </a:buClr>
              <a:buSzPts val="2000"/>
              <a:buFont typeface="Calibri"/>
              <a:buNone/>
              <a:defRPr sz="2000" b="1"/>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3" name="Google Shape;63;p20">
            <a:extLst xmlns:a="http://schemas.openxmlformats.org/drawingml/2006/main">
              <a:ext uri="{FF2B5EF4-FFF2-40B4-BE49-F238E27FC236}">
                <a16:creationId xmlns:a16="http://schemas.microsoft.com/office/drawing/2014/main" id="{9935A660-E121-44EA-9A5A-9B2964DFE7CC}"/>
              </a:ext>
            </a:extLst>
          </p:cNvPr>
          <p:cNvSpPr>
            <a:spLocks xmlns:a="http://schemas.openxmlformats.org/drawingml/2006/main" noGrp="1"/>
          </p:cNvSpPr>
          <p:nvPr>
            <p:ph type="pic" idx="2"/>
          </p:nvPr>
        </p:nvSpPr>
        <p:spPr>
          <a:xfrm xmlns:a="http://schemas.openxmlformats.org/drawingml/2006/main">
            <a:off x="1792288" y="612775"/>
            <a:ext cx="5486400" cy="4114800"/>
          </a:xfrm>
          <a:prstGeom xmlns:a="http://schemas.openxmlformats.org/drawingml/2006/main" prst="rect">
            <a:avLst/>
          </a:prstGeom>
          <a:noFill xmlns:a="http://schemas.openxmlformats.org/drawingml/2006/main"/>
          <a:ln xmlns:a="http://schemas.openxmlformats.org/drawingml/2006/main">
            <a:noFill/>
          </a:ln>
        </p:spPr>
      </p:sp>
      <p:sp>
        <p:nvSpPr>
          <p:cNvPr id="64" name="Google Shape;64;p20">
            <a:extLst xmlns:a="http://schemas.openxmlformats.org/drawingml/2006/main">
              <a:ext uri="{FF2B5EF4-FFF2-40B4-BE49-F238E27FC236}">
                <a16:creationId xmlns:a16="http://schemas.microsoft.com/office/drawing/2014/main" id="{5133F239-575C-4B49-AC63-F761D3E916A7}"/>
              </a:ext>
            </a:extLst>
          </p:cNvPr>
          <p:cNvSpPr>
            <a:spLocks xmlns:a="http://schemas.openxmlformats.org/drawingml/2006/main" noGrp="1"/>
          </p:cNvSpPr>
          <p:nvPr>
            <p:ph type="body" idx="1"/>
          </p:nvPr>
        </p:nvSpPr>
        <p:spPr>
          <a:xfrm xmlns:a="http://schemas.openxmlformats.org/drawingml/2006/main">
            <a:off x="1792288" y="5367338"/>
            <a:ext cx="54864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280"/>
              </a:spcBef>
              <a:spcAft>
                <a:spcPts val="0"/>
              </a:spcAft>
              <a:buClr>
                <a:schemeClr val="dk1"/>
              </a:buClr>
              <a:buSzPts val="1400"/>
              <a:buNone/>
              <a:defRPr sz="1400"/>
            </a:lvl1pPr>
            <a:lvl2pPr marL="914400" indent="-228600" algn="l">
              <a:lnSpc>
                <a:spcPct val="100000"/>
              </a:lnSpc>
              <a:spcBef>
                <a:spcPts val="240"/>
              </a:spcBef>
              <a:spcAft>
                <a:spcPts val="0"/>
              </a:spcAft>
              <a:buClr>
                <a:schemeClr val="dk1"/>
              </a:buClr>
              <a:buSzPts val="1200"/>
              <a:buNone/>
              <a:defRPr sz="1200"/>
            </a:lvl2pPr>
            <a:lvl3pPr marL="1371600" indent="-228600" algn="l">
              <a:lnSpc>
                <a:spcPct val="100000"/>
              </a:lnSpc>
              <a:spcBef>
                <a:spcPts val="200"/>
              </a:spcBef>
              <a:spcAft>
                <a:spcPts val="0"/>
              </a:spcAft>
              <a:buClr>
                <a:schemeClr val="dk1"/>
              </a:buClr>
              <a:buSzPts val="1000"/>
              <a:buNone/>
              <a:defRPr sz="1000"/>
            </a:lvl3pPr>
            <a:lvl4pPr marL="1828800" indent="-228600" algn="l">
              <a:lnSpc>
                <a:spcPct val="100000"/>
              </a:lnSpc>
              <a:spcBef>
                <a:spcPts val="180"/>
              </a:spcBef>
              <a:spcAft>
                <a:spcPts val="0"/>
              </a:spcAft>
              <a:buClr>
                <a:schemeClr val="dk1"/>
              </a:buClr>
              <a:buSzPts val="900"/>
              <a:buNone/>
              <a:defRPr sz="900"/>
            </a:lvl4pPr>
            <a:lvl5pPr marL="2286000" indent="-228600" algn="l">
              <a:lnSpc>
                <a:spcPct val="100000"/>
              </a:lnSpc>
              <a:spcBef>
                <a:spcPts val="180"/>
              </a:spcBef>
              <a:spcAft>
                <a:spcPts val="0"/>
              </a:spcAft>
              <a:buClr>
                <a:schemeClr val="dk1"/>
              </a:buClr>
              <a:buSzPts val="900"/>
              <a:buNone/>
              <a:defRPr sz="900"/>
            </a:lvl5pPr>
            <a:lvl6pPr marL="2743200" indent="-228600" algn="l">
              <a:lnSpc>
                <a:spcPct val="100000"/>
              </a:lnSpc>
              <a:spcBef>
                <a:spcPts val="180"/>
              </a:spcBef>
              <a:spcAft>
                <a:spcPts val="0"/>
              </a:spcAft>
              <a:buClr>
                <a:schemeClr val="dk1"/>
              </a:buClr>
              <a:buSzPts val="900"/>
              <a:buNone/>
              <a:defRPr sz="900"/>
            </a:lvl6pPr>
            <a:lvl7pPr marL="3200400" indent="-228600" algn="l">
              <a:lnSpc>
                <a:spcPct val="100000"/>
              </a:lnSpc>
              <a:spcBef>
                <a:spcPts val="180"/>
              </a:spcBef>
              <a:spcAft>
                <a:spcPts val="0"/>
              </a:spcAft>
              <a:buClr>
                <a:schemeClr val="dk1"/>
              </a:buClr>
              <a:buSzPts val="900"/>
              <a:buNone/>
              <a:defRPr sz="900"/>
            </a:lvl7pPr>
            <a:lvl8pPr marL="3657600" indent="-228600" algn="l">
              <a:lnSpc>
                <a:spcPct val="100000"/>
              </a:lnSpc>
              <a:spcBef>
                <a:spcPts val="180"/>
              </a:spcBef>
              <a:spcAft>
                <a:spcPts val="0"/>
              </a:spcAft>
              <a:buClr>
                <a:schemeClr val="dk1"/>
              </a:buClr>
              <a:buSzPts val="900"/>
              <a:buNone/>
              <a:defRPr sz="900"/>
            </a:lvl8pPr>
            <a:lvl9pPr marL="4114800" indent="-228600" algn="l">
              <a:lnSpc>
                <a:spcPct val="100000"/>
              </a:lnSpc>
              <a:spcBef>
                <a:spcPts val="180"/>
              </a:spcBef>
              <a:spcAft>
                <a:spcPts val="0"/>
              </a:spcAft>
              <a:buClr>
                <a:schemeClr val="dk1"/>
              </a:buClr>
              <a:buSzPts val="900"/>
              <a:buNone/>
              <a:defRPr sz="900"/>
            </a:lvl9pPr>
          </a:lstStyle>
          <a:p xmlns:a="http://schemas.openxmlformats.org/drawingml/2006/main">
            <a:endParaRPr/>
          </a:p>
        </p:txBody>
      </p:sp>
      <p:sp>
        <p:nvSpPr>
          <p:cNvPr id="65" name="Google Shape;65;p20">
            <a:extLst xmlns:a="http://schemas.openxmlformats.org/drawingml/2006/main">
              <a:ext uri="{FF2B5EF4-FFF2-40B4-BE49-F238E27FC236}">
                <a16:creationId xmlns:a16="http://schemas.microsoft.com/office/drawing/2014/main" id="{80ABC8D0-B6F9-4CB5-A8CF-5A09AAC3DCC0}"/>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6" name="Google Shape;66;p20">
            <a:extLst xmlns:a="http://schemas.openxmlformats.org/drawingml/2006/main">
              <a:ext uri="{FF2B5EF4-FFF2-40B4-BE49-F238E27FC236}">
                <a16:creationId xmlns:a16="http://schemas.microsoft.com/office/drawing/2014/main" id="{9FA3DFB0-745E-4619-86B0-ABDA2A75D4E2}"/>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20">
            <a:extLst xmlns:a="http://schemas.openxmlformats.org/drawingml/2006/main">
              <a:ext uri="{FF2B5EF4-FFF2-40B4-BE49-F238E27FC236}">
                <a16:creationId xmlns:a16="http://schemas.microsoft.com/office/drawing/2014/main" id="{B4D47CD2-7FAC-4880-AB29-08C9A672AA60}"/>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69" name="Google Shape;69;p21">
            <a:extLst xmlns:a="http://schemas.openxmlformats.org/drawingml/2006/main">
              <a:ext uri="{FF2B5EF4-FFF2-40B4-BE49-F238E27FC236}">
                <a16:creationId xmlns:a16="http://schemas.microsoft.com/office/drawing/2014/main" id="{38A43171-05AC-4B45-AD8B-B2CB23688A0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0" name="Google Shape;70;p21">
            <a:extLst xmlns:a="http://schemas.openxmlformats.org/drawingml/2006/main">
              <a:ext uri="{FF2B5EF4-FFF2-40B4-BE49-F238E27FC236}">
                <a16:creationId xmlns:a16="http://schemas.microsoft.com/office/drawing/2014/main" id="{0AD66386-C52E-478B-92A1-37E71C934E90}"/>
              </a:ext>
            </a:extLst>
          </p:cNvPr>
          <p:cNvSpPr>
            <a:spLocks xmlns:a="http://schemas.openxmlformats.org/drawingml/2006/main" noGrp="1"/>
          </p:cNvSpPr>
          <p:nvPr>
            <p:ph type="body" idx="1"/>
          </p:nvPr>
        </p:nvSpPr>
        <p:spPr>
          <a:xfrm xmlns:a="http://schemas.openxmlformats.org/drawingml/2006/main" rot="5400000">
            <a:off x="2309019" y="-251618"/>
            <a:ext cx="4525963"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a:endParaRPr/>
          </a:p>
        </p:txBody>
      </p:sp>
      <p:sp>
        <p:nvSpPr>
          <p:cNvPr id="71" name="Google Shape;71;p21">
            <a:extLst xmlns:a="http://schemas.openxmlformats.org/drawingml/2006/main">
              <a:ext uri="{FF2B5EF4-FFF2-40B4-BE49-F238E27FC236}">
                <a16:creationId xmlns:a16="http://schemas.microsoft.com/office/drawing/2014/main" id="{481FB4FA-FAA0-4D7A-8B7D-115BCD8971C8}"/>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2" name="Google Shape;72;p21">
            <a:extLst xmlns:a="http://schemas.openxmlformats.org/drawingml/2006/main">
              <a:ext uri="{FF2B5EF4-FFF2-40B4-BE49-F238E27FC236}">
                <a16:creationId xmlns:a16="http://schemas.microsoft.com/office/drawing/2014/main" id="{E0A30AF2-9D80-4B97-812B-4AA737F50B00}"/>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3" name="Google Shape;73;p21">
            <a:extLst xmlns:a="http://schemas.openxmlformats.org/drawingml/2006/main">
              <a:ext uri="{FF2B5EF4-FFF2-40B4-BE49-F238E27FC236}">
                <a16:creationId xmlns:a16="http://schemas.microsoft.com/office/drawing/2014/main" id="{E7023219-B808-4E30-9417-1995B7EF53E7}"/>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5" name="Google Shape;75;p22">
            <a:extLst xmlns:a="http://schemas.openxmlformats.org/drawingml/2006/main">
              <a:ext uri="{FF2B5EF4-FFF2-40B4-BE49-F238E27FC236}">
                <a16:creationId xmlns:a16="http://schemas.microsoft.com/office/drawing/2014/main" id="{66F6AF22-16D4-4B58-BCAB-5504962B7133}"/>
              </a:ext>
            </a:extLst>
          </p:cNvPr>
          <p:cNvSpPr>
            <a:spLocks xmlns:a="http://schemas.openxmlformats.org/drawingml/2006/main" noGrp="1"/>
          </p:cNvSpPr>
          <p:nvPr>
            <p:ph type="title" idx="0"/>
          </p:nvPr>
        </p:nvSpPr>
        <p:spPr>
          <a:xfrm xmlns:a="http://schemas.openxmlformats.org/drawingml/2006/main" rot="5400000">
            <a:off x="4732338" y="2171701"/>
            <a:ext cx="5851525"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6" name="Google Shape;76;p22">
            <a:extLst xmlns:a="http://schemas.openxmlformats.org/drawingml/2006/main">
              <a:ext uri="{FF2B5EF4-FFF2-40B4-BE49-F238E27FC236}">
                <a16:creationId xmlns:a16="http://schemas.microsoft.com/office/drawing/2014/main" id="{0B938E6D-1009-4026-A8A5-97A7CB3707ED}"/>
              </a:ext>
            </a:extLst>
          </p:cNvPr>
          <p:cNvSpPr>
            <a:spLocks xmlns:a="http://schemas.openxmlformats.org/drawingml/2006/main" noGrp="1"/>
          </p:cNvSpPr>
          <p:nvPr>
            <p:ph type="body" idx="1"/>
          </p:nvPr>
        </p:nvSpPr>
        <p:spPr>
          <a:xfrm xmlns:a="http://schemas.openxmlformats.org/drawingml/2006/main" rot="5400000">
            <a:off x="541338" y="190500"/>
            <a:ext cx="5851525"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a:endParaRPr/>
          </a:p>
        </p:txBody>
      </p:sp>
      <p:sp>
        <p:nvSpPr>
          <p:cNvPr id="77" name="Google Shape;77;p22">
            <a:extLst xmlns:a="http://schemas.openxmlformats.org/drawingml/2006/main">
              <a:ext uri="{FF2B5EF4-FFF2-40B4-BE49-F238E27FC236}">
                <a16:creationId xmlns:a16="http://schemas.microsoft.com/office/drawing/2014/main" id="{D13B5466-E19C-4496-A606-2702A8B9718C}"/>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22">
            <a:extLst xmlns:a="http://schemas.openxmlformats.org/drawingml/2006/main">
              <a:ext uri="{FF2B5EF4-FFF2-40B4-BE49-F238E27FC236}">
                <a16:creationId xmlns:a16="http://schemas.microsoft.com/office/drawing/2014/main" id="{BDD9841E-FF3A-4404-A937-7A82357183A7}"/>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9" name="Google Shape;79;p22">
            <a:extLst xmlns:a="http://schemas.openxmlformats.org/drawingml/2006/main">
              <a:ext uri="{FF2B5EF4-FFF2-40B4-BE49-F238E27FC236}">
                <a16:creationId xmlns:a16="http://schemas.microsoft.com/office/drawing/2014/main" id="{4727927B-DCF2-4C78-82B3-2A93A3C859BA}"/>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3aa814b0bf4afd" /><Relationship Type="http://schemas.openxmlformats.org/officeDocument/2006/relationships/slideLayout" Target="/ppt/slideLayouts/slideLayout1.xml" Id="Rd123d994d7fa44ec" /><Relationship Type="http://schemas.openxmlformats.org/officeDocument/2006/relationships/slideLayout" Target="/ppt/slideLayouts/slideLayout2.xml" Id="R99f68c0816684af6" /><Relationship Type="http://schemas.openxmlformats.org/officeDocument/2006/relationships/slideLayout" Target="/ppt/slideLayouts/slideLayout3.xml" Id="Rafe457d02a0742d0" /><Relationship Type="http://schemas.openxmlformats.org/officeDocument/2006/relationships/slideLayout" Target="/ppt/slideLayouts/slideLayout4.xml" Id="R7d4278c26a174bce" /><Relationship Type="http://schemas.openxmlformats.org/officeDocument/2006/relationships/slideLayout" Target="/ppt/slideLayouts/slideLayout5.xml" Id="R77eb3accf15a4d6e" /><Relationship Type="http://schemas.openxmlformats.org/officeDocument/2006/relationships/slideLayout" Target="/ppt/slideLayouts/slideLayout6.xml" Id="R85c65c860d1e4d24" /><Relationship Type="http://schemas.openxmlformats.org/officeDocument/2006/relationships/slideLayout" Target="/ppt/slideLayouts/slideLayout7.xml" Id="R8b70824c4aca405c" /><Relationship Type="http://schemas.openxmlformats.org/officeDocument/2006/relationships/slideLayout" Target="/ppt/slideLayouts/slideLayout8.xml" Id="R0391a6b9f0e24e55" /><Relationship Type="http://schemas.openxmlformats.org/officeDocument/2006/relationships/slideLayout" Target="/ppt/slideLayouts/slideLayout9.xml" Id="R2809e41a2f0541f9" /><Relationship Type="http://schemas.openxmlformats.org/officeDocument/2006/relationships/slideLayout" Target="/ppt/slideLayouts/slideLayout10.xml" Id="R4351ff3c35864f53" /><Relationship Type="http://schemas.openxmlformats.org/officeDocument/2006/relationships/slideLayout" Target="/ppt/slideLayouts/slideLayout11.xml" Id="R3f860bc0dbab448e"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1">
            <a:extLst xmlns:a="http://schemas.openxmlformats.org/drawingml/2006/main">
              <a:ext uri="{FF2B5EF4-FFF2-40B4-BE49-F238E27FC236}">
                <a16:creationId xmlns:a16="http://schemas.microsoft.com/office/drawing/2014/main" id="{DAB7B6D9-EF92-4773-8F2F-B347BA24E36D}"/>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ctr">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9pPr>
          </a:lstStyle>
          <a:p xmlns:a="http://schemas.openxmlformats.org/drawingml/2006/main">
            <a:endParaRPr/>
          </a:p>
        </p:txBody>
      </p:sp>
      <p:sp>
        <p:nvSpPr>
          <p:cNvPr id="7" name="Google Shape;7;p11">
            <a:extLst xmlns:a="http://schemas.openxmlformats.org/drawingml/2006/main">
              <a:ext uri="{FF2B5EF4-FFF2-40B4-BE49-F238E27FC236}">
                <a16:creationId xmlns:a16="http://schemas.microsoft.com/office/drawing/2014/main" id="{DC6C4A2D-34B4-4675-909E-560ADB883980}"/>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31800" algn="l">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defRPr>
            </a:lvl1pPr>
            <a:lvl2pPr marL="914400" marR="0"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defRPr>
            </a:lvl2pPr>
            <a:lvl3pPr marL="1371600" marR="0"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3pPr>
            <a:lvl4pPr marL="18288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4pPr>
            <a:lvl5pPr marL="22860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5pPr>
            <a:lvl6pPr marL="27432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6pPr>
            <a:lvl7pPr marL="32004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7pPr>
            <a:lvl8pPr marL="36576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8pPr>
            <a:lvl9pPr marL="41148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9pPr>
          </a:lstStyle>
          <a:p xmlns:a="http://schemas.openxmlformats.org/drawingml/2006/main">
            <a:endParaRPr/>
          </a:p>
        </p:txBody>
      </p:sp>
      <p:sp>
        <p:nvSpPr>
          <p:cNvPr id="8" name="Google Shape;8;p11">
            <a:extLst xmlns:a="http://schemas.openxmlformats.org/drawingml/2006/main">
              <a:ext uri="{FF2B5EF4-FFF2-40B4-BE49-F238E27FC236}">
                <a16:creationId xmlns:a16="http://schemas.microsoft.com/office/drawing/2014/main" id="{B7CFB33C-B181-4D6A-85AE-0F424918D486}"/>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xmlns:a="http://schemas.openxmlformats.org/drawingml/2006/main">
            <a:endParaRPr/>
          </a:p>
        </p:txBody>
      </p:sp>
      <p:sp>
        <p:nvSpPr>
          <p:cNvPr id="9" name="Google Shape;9;p11">
            <a:extLst xmlns:a="http://schemas.openxmlformats.org/drawingml/2006/main">
              <a:ext uri="{FF2B5EF4-FFF2-40B4-BE49-F238E27FC236}">
                <a16:creationId xmlns:a16="http://schemas.microsoft.com/office/drawing/2014/main" id="{9DA89082-AB3A-46AA-888C-E985EF61B392}"/>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xmlns:a="http://schemas.openxmlformats.org/drawingml/2006/main">
            <a:endParaRPr/>
          </a:p>
        </p:txBody>
      </p:sp>
      <p:sp>
        <p:nvSpPr>
          <p:cNvPr id="10" name="Google Shape;10;p11">
            <a:extLst xmlns:a="http://schemas.openxmlformats.org/drawingml/2006/main">
              <a:ext uri="{FF2B5EF4-FFF2-40B4-BE49-F238E27FC236}">
                <a16:creationId xmlns:a16="http://schemas.microsoft.com/office/drawing/2014/main" id="{A5858867-3940-4CF5-9EA4-10559320DE14}"/>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123d994d7fa44ec"/>
    <p:sldLayoutId xmlns:r="http://schemas.openxmlformats.org/officeDocument/2006/relationships" id="2147483650" r:id="R99f68c0816684af6"/>
    <p:sldLayoutId xmlns:r="http://schemas.openxmlformats.org/officeDocument/2006/relationships" id="2147483651" r:id="Rafe457d02a0742d0"/>
    <p:sldLayoutId xmlns:r="http://schemas.openxmlformats.org/officeDocument/2006/relationships" id="2147483652" r:id="R7d4278c26a174bce"/>
    <p:sldLayoutId xmlns:r="http://schemas.openxmlformats.org/officeDocument/2006/relationships" id="2147483653" r:id="R77eb3accf15a4d6e"/>
    <p:sldLayoutId xmlns:r="http://schemas.openxmlformats.org/officeDocument/2006/relationships" id="2147483654" r:id="R85c65c860d1e4d24"/>
    <p:sldLayoutId xmlns:r="http://schemas.openxmlformats.org/officeDocument/2006/relationships" id="2147483655" r:id="R8b70824c4aca405c"/>
    <p:sldLayoutId xmlns:r="http://schemas.openxmlformats.org/officeDocument/2006/relationships" id="2147483656" r:id="R0391a6b9f0e24e55"/>
    <p:sldLayoutId xmlns:r="http://schemas.openxmlformats.org/officeDocument/2006/relationships" id="2147483657" r:id="R2809e41a2f0541f9"/>
    <p:sldLayoutId xmlns:r="http://schemas.openxmlformats.org/officeDocument/2006/relationships" id="2147483658" r:id="R4351ff3c35864f53"/>
    <p:sldLayoutId xmlns:r="http://schemas.openxmlformats.org/officeDocument/2006/relationships" id="2147483659" r:id="R3f860bc0dbab448e"/>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ca9b43a5934e00" /><Relationship Type="http://schemas.openxmlformats.org/officeDocument/2006/relationships/image" Target="/ppt/media/image.png" Id="Rff2791dfa307478a" /><Relationship Type="http://schemas.openxmlformats.org/officeDocument/2006/relationships/image" Target="/ppt/media/image2.png" Id="Re1aa0fe14c684394" /><Relationship Type="http://schemas.openxmlformats.org/officeDocument/2006/relationships/image" Target="/ppt/media/image3.png" Id="Rff721bbf62ac4052" /><Relationship Type="http://schemas.openxmlformats.org/officeDocument/2006/relationships/notesSlide" Target="/ppt/notesSlides/notesSlide1.xml" Id="Rc4526c30911a49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6950523bddb48fc" /><Relationship Type="http://schemas.openxmlformats.org/officeDocument/2006/relationships/image" Target="/ppt/media/image.png" Id="R3d3a614268344390" /><Relationship Type="http://schemas.openxmlformats.org/officeDocument/2006/relationships/image" Target="/ppt/media/image2.png" Id="R51691ff58b2f403c" /><Relationship Type="http://schemas.openxmlformats.org/officeDocument/2006/relationships/image" Target="/ppt/media/image4.png" Id="R9aa84183a4d8451f" /><Relationship Type="http://schemas.openxmlformats.org/officeDocument/2006/relationships/notesSlide" Target="/ppt/notesSlides/notesSlide2.xml" Id="Rb0f19f0e125943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c0047b9f140481f" /><Relationship Type="http://schemas.openxmlformats.org/officeDocument/2006/relationships/image" Target="/ppt/media/image2.png" Id="R98da574c371b43d0" /><Relationship Type="http://schemas.openxmlformats.org/officeDocument/2006/relationships/image" Target="/ppt/media/image5.png" Id="R6c87263a75b94ce4" /><Relationship Type="http://schemas.openxmlformats.org/officeDocument/2006/relationships/image" Target="/ppt/media/image4.png" Id="Rbdbc36723d964db8" /><Relationship Type="http://schemas.openxmlformats.org/officeDocument/2006/relationships/notesSlide" Target="/ppt/notesSlides/notesSlide3.xml" Id="R428d1f2e0bad42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e683d6114b4e57" /><Relationship Type="http://schemas.openxmlformats.org/officeDocument/2006/relationships/image" Target="/ppt/media/image2.png" Id="R2940c589739f46ca" /><Relationship Type="http://schemas.openxmlformats.org/officeDocument/2006/relationships/image" Target="/ppt/media/image4.png" Id="Reacb0e94f34d48a9" /><Relationship Type="http://schemas.openxmlformats.org/officeDocument/2006/relationships/notesSlide" Target="/ppt/notesSlides/notesSlide4.xml" Id="Ra9cb2eea4a0741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f309a8096574bef" /><Relationship Type="http://schemas.openxmlformats.org/officeDocument/2006/relationships/image" Target="/ppt/media/image2.png" Id="R91681895a0a74330" /><Relationship Type="http://schemas.openxmlformats.org/officeDocument/2006/relationships/image" Target="/ppt/media/image4.png" Id="R5b3d6d32286e4bca" /><Relationship Type="http://schemas.openxmlformats.org/officeDocument/2006/relationships/notesSlide" Target="/ppt/notesSlides/notesSlide5.xml" Id="Rfe8eca1cd44348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54a899ada6e4c65" /><Relationship Type="http://schemas.openxmlformats.org/officeDocument/2006/relationships/image" Target="/ppt/media/image2.png" Id="R08599491bf4f4787" /><Relationship Type="http://schemas.openxmlformats.org/officeDocument/2006/relationships/image" Target="/ppt/media/image4.png" Id="R02ce9cb8f5e94e89" /><Relationship Type="http://schemas.openxmlformats.org/officeDocument/2006/relationships/notesSlide" Target="/ppt/notesSlides/notesSlide6.xml" Id="Rd46d88fe9f2f4c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7adb19f6d9c484c" /><Relationship Type="http://schemas.openxmlformats.org/officeDocument/2006/relationships/image" Target="/ppt/media/image6.png" Id="Rb631975353a148f7" /><Relationship Type="http://schemas.openxmlformats.org/officeDocument/2006/relationships/image" Target="/ppt/media/image2.png" Id="R5b6661243df146bd" /><Relationship Type="http://schemas.openxmlformats.org/officeDocument/2006/relationships/image" Target="/ppt/media/image4.png" Id="R9acd73a44f044002" /><Relationship Type="http://schemas.openxmlformats.org/officeDocument/2006/relationships/image" Target="/ppt/media/image.jpeg" Id="Ra26c2fd051ed41cd" /><Relationship Type="http://schemas.openxmlformats.org/officeDocument/2006/relationships/image" Target="/ppt/media/image2.jpeg" Id="R70ecec4508a04f14" /><Relationship Type="http://schemas.openxmlformats.org/officeDocument/2006/relationships/notesSlide" Target="/ppt/notesSlides/notesSlide7.xml" Id="R080faf3dc14846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d134773fe514529" /><Relationship Type="http://schemas.openxmlformats.org/officeDocument/2006/relationships/image" Target="/ppt/media/image6.png" Id="R7d83ab1a0d46487a" /><Relationship Type="http://schemas.openxmlformats.org/officeDocument/2006/relationships/image" Target="/ppt/media/image2.png" Id="Radd871679c7b42dc" /><Relationship Type="http://schemas.openxmlformats.org/officeDocument/2006/relationships/image" Target="/ppt/media/image4.png" Id="R58f88e54ab1648dc" /><Relationship Type="http://schemas.openxmlformats.org/officeDocument/2006/relationships/notesSlide" Target="/ppt/notesSlides/notesSlide8.xml" Id="R8ab993b254e644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8fecdbf94634bd9" /><Relationship Type="http://schemas.openxmlformats.org/officeDocument/2006/relationships/image" Target="/ppt/media/image6.png" Id="R31105da88f2c42d1" /><Relationship Type="http://schemas.openxmlformats.org/officeDocument/2006/relationships/image" Target="/ppt/media/image4.png" Id="R36fbdc9430674042" /><Relationship Type="http://schemas.openxmlformats.org/officeDocument/2006/relationships/notesSlide" Target="/ppt/notesSlides/notesSlide9.xml" Id="R4124fc5ff94e478d" /></Relationships>
</file>

<file path=ppt/slides/slide1.xml><?xml version="1.0" encoding="utf-8"?>
<p:sld xmlns:p="http://schemas.openxmlformats.org/presentationml/2006/main">
  <p:cSld>
    <p:bg>
      <p:bgPr>
        <a:solidFill xmlns:a="http://schemas.openxmlformats.org/drawingml/2006/main">
          <a:srgbClr val="201E59"/>
        </a:solidFill>
      </p:bgPr>
    </p:bg>
    <p:spTree>
      <p:nvGrpSpPr>
        <p:cNvPr id="1" name=""/>
        <p:cNvGrpSpPr/>
        <p:nvPr/>
      </p:nvGrpSpPr>
      <p:grpSpPr>
        <a:xfrm xmlns:a="http://schemas.openxmlformats.org/drawingml/2006/main"/>
      </p:grpSpPr>
      <p:sp>
        <p:nvSpPr>
          <p:cNvPr id="85" name="Google Shape;85;p1">
            <a:extLst xmlns:a="http://schemas.openxmlformats.org/drawingml/2006/main">
              <a:ext uri="{FF2B5EF4-FFF2-40B4-BE49-F238E27FC236}">
                <a16:creationId xmlns:a16="http://schemas.microsoft.com/office/drawing/2014/main" id="{969AD570-C87A-4589-9A2C-7290E6ECD93A}"/>
              </a:ext>
            </a:extLst>
          </p:cNvPr>
          <p:cNvSpPr>
            <a:spLocks xmlns:a="http://schemas.openxmlformats.org/drawingml/2006/main" noGrp="1"/>
          </p:cNvSpPr>
          <p:nvPr/>
        </p:nvSpPr>
        <p:spPr>
          <a:xfrm xmlns:a="http://schemas.openxmlformats.org/drawingml/2006/main" rot="0" flipH="0" flipV="0">
            <a:off x="10340178" y="5143499"/>
            <a:ext cx="10287000" cy="5124796"/>
          </a:xfrm>
          <a:custGeom xmlns:a="http://schemas.openxmlformats.org/drawingml/2006/main">
            <a:rect l="l" t="t" r="r" b="b"/>
            <a:pathLst>
              <a:path w="13716000" h="6833062">
                <a:moveTo>
                  <a:pt x="13716000" y="6833062"/>
                </a:moveTo>
                <a:lnTo>
                  <a:pt x="0" y="6833062"/>
                </a:lnTo>
                <a:lnTo>
                  <a:pt x="0" y="0"/>
                </a:lnTo>
                <a:lnTo>
                  <a:pt x="13716000" y="0"/>
                </a:lnTo>
                <a:lnTo>
                  <a:pt x="13716000" y="6833062"/>
                </a:lnTo>
                <a:close/>
              </a:path>
            </a:pathLst>
          </a:custGeom>
          <a:blipFill xmlns:a="http://schemas.openxmlformats.org/drawingml/2006/main" rotWithShape="1">
            <a:blip xmlns:r="http://schemas.openxmlformats.org/officeDocument/2006/relationships" r:embed="Rff2791dfa307478a">
              <a:alphaModFix amt="19999"/>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86" name="Google Shape;86;p1">
            <a:extLst xmlns:a="http://schemas.openxmlformats.org/drawingml/2006/main">
              <a:ext uri="{FF2B5EF4-FFF2-40B4-BE49-F238E27FC236}">
                <a16:creationId xmlns:a16="http://schemas.microsoft.com/office/drawing/2014/main" id="{6C8A7C3B-FA74-4174-A6D7-B27737D4DD08}"/>
              </a:ext>
            </a:extLst>
          </p:cNvPr>
          <p:cNvSpPr>
            <a:spLocks xmlns:a="http://schemas.openxmlformats.org/drawingml/2006/main" noGrp="1"/>
          </p:cNvSpPr>
          <p:nvPr/>
        </p:nvSpPr>
        <p:spPr>
          <a:xfrm xmlns:a="http://schemas.openxmlformats.org/drawingml/2006/main" rot="0" flipH="0" flipV="0">
            <a:off x="10340178" y="0"/>
            <a:ext cx="10287000" cy="5124796"/>
          </a:xfrm>
          <a:custGeom xmlns:a="http://schemas.openxmlformats.org/drawingml/2006/main">
            <a:rect l="l" t="t" r="r" b="b"/>
            <a:pathLst>
              <a:path w="13716000" h="6833062">
                <a:moveTo>
                  <a:pt x="13716000" y="6833062"/>
                </a:moveTo>
                <a:lnTo>
                  <a:pt x="0" y="6833062"/>
                </a:lnTo>
                <a:lnTo>
                  <a:pt x="0" y="0"/>
                </a:lnTo>
                <a:lnTo>
                  <a:pt x="13716000" y="0"/>
                </a:lnTo>
                <a:lnTo>
                  <a:pt x="13716000" y="6833062"/>
                </a:lnTo>
                <a:close/>
              </a:path>
            </a:pathLst>
          </a:custGeom>
          <a:blipFill xmlns:a="http://schemas.openxmlformats.org/drawingml/2006/main" rotWithShape="1">
            <a:blip xmlns:r="http://schemas.openxmlformats.org/officeDocument/2006/relationships" r:embed="Rff2791dfa307478a">
              <a:alphaModFix amt="19999"/>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87" name="Google Shape;87;p1">
            <a:extLst xmlns:a="http://schemas.openxmlformats.org/drawingml/2006/main">
              <a:ext uri="{FF2B5EF4-FFF2-40B4-BE49-F238E27FC236}">
                <a16:creationId xmlns:a16="http://schemas.microsoft.com/office/drawing/2014/main" id="{21211DDA-D84F-43E3-B524-FABA36F0967A}"/>
              </a:ext>
            </a:extLst>
          </p:cNvPr>
          <p:cNvSpPr>
            <a:spLocks xmlns:a="http://schemas.openxmlformats.org/drawingml/2006/main" noGrp="1"/>
          </p:cNvSpPr>
          <p:nvPr/>
        </p:nvSpPr>
        <p:spPr>
          <a:xfrm xmlns:a="http://schemas.openxmlformats.org/drawingml/2006/main">
            <a:off x="16626678" y="9258300"/>
            <a:ext cx="632622" cy="293306"/>
          </a:xfrm>
          <a:custGeom xmlns:a="http://schemas.openxmlformats.org/drawingml/2006/main">
            <a:rect l="l" t="t" r="r" b="b"/>
            <a:pathLst>
              <a:path w="632622" h="293306">
                <a:moveTo>
                  <a:pt x="0" y="0"/>
                </a:moveTo>
                <a:lnTo>
                  <a:pt x="632622" y="0"/>
                </a:lnTo>
                <a:lnTo>
                  <a:pt x="632622" y="293306"/>
                </a:lnTo>
                <a:lnTo>
                  <a:pt x="0" y="293306"/>
                </a:lnTo>
                <a:lnTo>
                  <a:pt x="0" y="0"/>
                </a:lnTo>
                <a:close/>
              </a:path>
            </a:pathLst>
          </a:custGeom>
          <a:blipFill xmlns:a="http://schemas.openxmlformats.org/drawingml/2006/main" rotWithShape="1">
            <a:blip xmlns:r="http://schemas.openxmlformats.org/officeDocument/2006/relationships" r:embed="Re1aa0fe14c684394">
              <a:alphaModFix/>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88" name="Google Shape;88;p1">
            <a:extLst xmlns:a="http://schemas.openxmlformats.org/drawingml/2006/main">
              <a:ext uri="{FF2B5EF4-FFF2-40B4-BE49-F238E27FC236}">
                <a16:creationId xmlns:a16="http://schemas.microsoft.com/office/drawing/2014/main" id="{4D8E7386-C54B-472E-8C64-7F69B8E40BF8}"/>
              </a:ext>
            </a:extLst>
          </p:cNvPr>
          <p:cNvSpPr>
            <a:spLocks xmlns:a="http://schemas.openxmlformats.org/drawingml/2006/main" noGrp="1"/>
          </p:cNvSpPr>
          <p:nvPr/>
        </p:nvSpPr>
        <p:spPr>
          <a:xfrm xmlns:a="http://schemas.openxmlformats.org/drawingml/2006/main">
            <a:off x="12820716" y="40139"/>
            <a:ext cx="5325924" cy="1885665"/>
          </a:xfrm>
          <a:custGeom xmlns:a="http://schemas.openxmlformats.org/drawingml/2006/main">
            <a:rect l="l" t="t" r="r" b="b"/>
            <a:pathLst>
              <a:path w="5325924" h="1885665">
                <a:moveTo>
                  <a:pt x="0" y="0"/>
                </a:moveTo>
                <a:lnTo>
                  <a:pt x="5325925" y="0"/>
                </a:lnTo>
                <a:lnTo>
                  <a:pt x="5325925" y="1885665"/>
                </a:lnTo>
                <a:lnTo>
                  <a:pt x="0" y="1885665"/>
                </a:lnTo>
                <a:lnTo>
                  <a:pt x="0" y="0"/>
                </a:lnTo>
                <a:close/>
              </a:path>
            </a:pathLst>
          </a:custGeom>
          <a:blipFill xmlns:a="http://schemas.openxmlformats.org/drawingml/2006/main" rotWithShape="1">
            <a:blip xmlns:r="http://schemas.openxmlformats.org/officeDocument/2006/relationships" r:embed="Rff721bbf62ac4052">
              <a:alphaModFix/>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89" name="Google Shape;89;p1">
            <a:extLst xmlns:a="http://schemas.openxmlformats.org/drawingml/2006/main">
              <a:ext uri="{FF2B5EF4-FFF2-40B4-BE49-F238E27FC236}">
                <a16:creationId xmlns:a16="http://schemas.microsoft.com/office/drawing/2014/main" id="{B986AF71-F605-4D63-9E82-4B3DE1E35690}"/>
              </a:ext>
            </a:extLst>
          </p:cNvPr>
          <p:cNvSpPr>
            <a:spLocks xmlns:a="http://schemas.openxmlformats.org/drawingml/2006/main" noGrp="1"/>
          </p:cNvSpPr>
          <p:nvPr/>
        </p:nvSpPr>
        <p:spPr>
          <a:xfrm xmlns:a="http://schemas.openxmlformats.org/drawingml/2006/main">
            <a:off x="1028700" y="3143250"/>
            <a:ext cx="16192500" cy="1885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defPPr>
              <a:defRPr sz="11250" b="1">
                <a:solidFill>
                  <a:srgbClr val="FFFFFF"/>
                </a:solidFill>
              </a:defRPr>
            </a:defPPr>
            <a:lvl1pPr>
              <a:defRPr sz="11250" b="1">
                <a:solidFill>
                  <a:srgbClr val="FFFFFF"/>
                </a:solidFill>
              </a:defRPr>
            </a:lvl1pPr>
            <a:lvl2pPr>
              <a:defRPr sz="11250" b="1">
                <a:solidFill>
                  <a:srgbClr val="FFFFFF"/>
                </a:solidFill>
              </a:defRPr>
            </a:lvl2pPr>
            <a:lvl3pPr>
              <a:defRPr sz="11250" b="1">
                <a:solidFill>
                  <a:srgbClr val="FFFFFF"/>
                </a:solidFill>
              </a:defRPr>
            </a:lvl3pPr>
            <a:lvl4pPr>
              <a:defRPr sz="11250" b="1">
                <a:solidFill>
                  <a:srgbClr val="FFFFFF"/>
                </a:solidFill>
              </a:defRPr>
            </a:lvl4pPr>
            <a:lvl5pPr>
              <a:defRPr sz="11250" b="1">
                <a:solidFill>
                  <a:srgbClr val="FFFFFF"/>
                </a:solidFill>
              </a:defRPr>
            </a:lvl5pPr>
            <a:lvl6pPr>
              <a:defRPr sz="11250" b="1">
                <a:solidFill>
                  <a:srgbClr val="FFFFFF"/>
                </a:solidFill>
              </a:defRPr>
            </a:lvl6pPr>
            <a:lvl7pPr>
              <a:defRPr sz="11250" b="1">
                <a:solidFill>
                  <a:srgbClr val="FFFFFF"/>
                </a:solidFill>
              </a:defRPr>
            </a:lvl7pPr>
            <a:lvl8pPr>
              <a:defRPr sz="11250" b="1">
                <a:solidFill>
                  <a:srgbClr val="FFFFFF"/>
                </a:solidFill>
              </a:defRPr>
            </a:lvl8pPr>
            <a:lvl9pPr>
              <a:defRPr sz="11250" b="1">
                <a:solidFill>
                  <a:srgbClr val="FFFFFF"/>
                </a:solidFill>
              </a:defRPr>
            </a:lvl9pPr>
          </a:lstStyle>
          <a:p xmlns:a="http://schemas.openxmlformats.org/drawingml/2006/main">
            <a:pPr marL="0" marR="0" lvl="0" indent="0" algn="l">
              <a:lnSpc>
                <a:spcPct val="110000"/>
              </a:lnSpc>
              <a:spcBef>
                <a:spcPts val="0"/>
              </a:spcBef>
              <a:spcAft>
                <a:spcPts val="0"/>
              </a:spcAft>
              <a:buClr>
                <a:srgbClr val="000000"/>
              </a:buClr>
              <a:buSzPts val="14500"/>
              <a:buFont typeface="Arial"/>
              <a:buNone/>
              <a:defRPr sz="11250" b="1">
                <a:solidFill>
                  <a:srgbClr val="FFFFFF"/>
                </a:solidFill>
              </a:defRPr>
            </a:pPr>
            <a:r>
              <a:rPr sz="11250" b="1" i="0" u="none" strike="noStrike" cap="none">
                <a:solidFill>
                  <a:srgbClr val="FFFFFF"/>
                </a:solidFill>
                <a:latin typeface="Arial"/>
                <a:ea typeface="Arial"/>
                <a:cs typeface="Arial"/>
              </a:rPr>
              <a:t>Postal Insights</a:t>
            </a:r>
            <a:endParaRPr sz="1400" b="0" i="0" u="none" strike="noStrike" cap="none">
              <a:solidFill>
                <a:srgbClr val="000000"/>
              </a:solidFill>
              <a:latin typeface="Arial"/>
              <a:ea typeface="Arial"/>
              <a:cs typeface="Arial"/>
            </a:endParaRPr>
          </a:p>
        </p:txBody>
      </p:sp>
      <p:sp>
        <p:nvSpPr>
          <p:cNvPr id="90" name="Google Shape;90;p1">
            <a:extLst xmlns:a="http://schemas.openxmlformats.org/drawingml/2006/main">
              <a:ext uri="{FF2B5EF4-FFF2-40B4-BE49-F238E27FC236}">
                <a16:creationId xmlns:a16="http://schemas.microsoft.com/office/drawing/2014/main" id="{B05DEC03-470F-45F5-8669-C234D863414F}"/>
              </a:ext>
            </a:extLst>
          </p:cNvPr>
          <p:cNvSpPr>
            <a:spLocks xmlns:a="http://schemas.openxmlformats.org/drawingml/2006/main" noGrp="1"/>
          </p:cNvSpPr>
          <p:nvPr/>
        </p:nvSpPr>
        <p:spPr>
          <a:xfrm xmlns:a="http://schemas.openxmlformats.org/drawingml/2006/main">
            <a:off x="1028700" y="6191250"/>
            <a:ext cx="16097250" cy="8046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defPPr>
              <a:defRPr sz="4800">
                <a:solidFill>
                  <a:srgbClr val="FFFFFF"/>
                </a:solidFill>
              </a:defRPr>
            </a:defPPr>
            <a:lvl1pPr>
              <a:defRPr sz="4800">
                <a:solidFill>
                  <a:srgbClr val="FFFFFF"/>
                </a:solidFill>
              </a:defRPr>
            </a:lvl1pPr>
            <a:lvl2pPr>
              <a:defRPr sz="4800">
                <a:solidFill>
                  <a:srgbClr val="FFFFFF"/>
                </a:solidFill>
              </a:defRPr>
            </a:lvl2pPr>
            <a:lvl3pPr>
              <a:defRPr sz="4800">
                <a:solidFill>
                  <a:srgbClr val="FFFFFF"/>
                </a:solidFill>
              </a:defRPr>
            </a:lvl3pPr>
            <a:lvl4pPr>
              <a:defRPr sz="4800">
                <a:solidFill>
                  <a:srgbClr val="FFFFFF"/>
                </a:solidFill>
              </a:defRPr>
            </a:lvl4pPr>
            <a:lvl5pPr>
              <a:defRPr sz="4800">
                <a:solidFill>
                  <a:srgbClr val="FFFFFF"/>
                </a:solidFill>
              </a:defRPr>
            </a:lvl5pPr>
            <a:lvl6pPr>
              <a:defRPr sz="4800">
                <a:solidFill>
                  <a:srgbClr val="FFFFFF"/>
                </a:solidFill>
              </a:defRPr>
            </a:lvl6pPr>
            <a:lvl7pPr>
              <a:defRPr sz="4800">
                <a:solidFill>
                  <a:srgbClr val="FFFFFF"/>
                </a:solidFill>
              </a:defRPr>
            </a:lvl7pPr>
            <a:lvl8pPr>
              <a:defRPr sz="4800">
                <a:solidFill>
                  <a:srgbClr val="FFFFFF"/>
                </a:solidFill>
              </a:defRPr>
            </a:lvl8pPr>
            <a:lvl9pPr>
              <a:defRPr sz="4800">
                <a:solidFill>
                  <a:srgbClr val="FFFFFF"/>
                </a:solidFill>
              </a:defRPr>
            </a:lvl9pPr>
          </a:lstStyle>
          <a:p xmlns:a="http://schemas.openxmlformats.org/drawingml/2006/main">
            <a:pPr marL="0" marR="0" lvl="0" indent="0" algn="l">
              <a:lnSpc>
                <a:spcPct val="110001"/>
              </a:lnSpc>
              <a:spcBef>
                <a:spcPts val="0"/>
              </a:spcBef>
              <a:spcAft>
                <a:spcPts val="0"/>
              </a:spcAft>
              <a:buClr>
                <a:srgbClr val="000000"/>
              </a:buClr>
              <a:buSzPts val="9999"/>
              <a:buFont typeface="Arial"/>
              <a:buNone/>
              <a:defRPr sz="4800">
                <a:solidFill>
                  <a:srgbClr val="FFFFFF"/>
                </a:solidFill>
              </a:defRPr>
            </a:pPr>
            <a:r>
              <a:rPr sz="4800" b="1" i="0" u="none" strike="noStrike" cap="none">
                <a:solidFill>
                  <a:srgbClr val="FFFFFF"/>
                </a:solidFill>
                <a:latin typeface="Arial"/>
                <a:ea typeface="Arial"/>
                <a:cs typeface="Arial"/>
              </a:rPr>
              <a:t>Challenge X · USPS OIG · Final presentation</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768780525"/>
      </p:ext>
    </p:extLst>
  </p:cSld>
</p:sld>
</file>

<file path=ppt/slides/slide2.xml><?xml version="1.0" encoding="utf-8"?>
<p:sld xmlns:p="http://schemas.openxmlformats.org/presentationml/2006/main">
  <p:cSld>
    <p:bg>
      <p:bgPr>
        <a:solidFill xmlns:a="http://schemas.openxmlformats.org/drawingml/2006/main">
          <a:srgbClr val="201E59"/>
        </a:solidFill>
      </p:bgPr>
    </p:bg>
    <p:spTree>
      <p:nvGrpSpPr>
        <p:cNvPr id="1" name=""/>
        <p:cNvGrpSpPr/>
        <p:nvPr/>
      </p:nvGrpSpPr>
      <p:grpSpPr>
        <a:xfrm xmlns:a="http://schemas.openxmlformats.org/drawingml/2006/main"/>
      </p:grpSpPr>
      <p:sp>
        <p:nvSpPr>
          <p:cNvPr id="96" name="Google Shape;96;p2">
            <a:extLst xmlns:a="http://schemas.openxmlformats.org/drawingml/2006/main">
              <a:ext uri="{FF2B5EF4-FFF2-40B4-BE49-F238E27FC236}">
                <a16:creationId xmlns:a16="http://schemas.microsoft.com/office/drawing/2014/main" id="{26FC4540-2DC6-4944-8E78-377E6BBC7F7D}"/>
              </a:ext>
            </a:extLst>
          </p:cNvPr>
          <p:cNvSpPr>
            <a:spLocks xmlns:a="http://schemas.openxmlformats.org/drawingml/2006/main" noGrp="1"/>
          </p:cNvSpPr>
          <p:nvPr/>
        </p:nvSpPr>
        <p:spPr>
          <a:xfrm xmlns:a="http://schemas.openxmlformats.org/drawingml/2006/main" rot="0" flipH="0" flipV="0">
            <a:off x="10340178" y="5143499"/>
            <a:ext cx="10287000" cy="5124796"/>
          </a:xfrm>
          <a:custGeom xmlns:a="http://schemas.openxmlformats.org/drawingml/2006/main">
            <a:rect l="l" t="t" r="r" b="b"/>
            <a:pathLst>
              <a:path w="13716000" h="6833062">
                <a:moveTo>
                  <a:pt x="13716000" y="6833062"/>
                </a:moveTo>
                <a:lnTo>
                  <a:pt x="0" y="6833062"/>
                </a:lnTo>
                <a:lnTo>
                  <a:pt x="0" y="0"/>
                </a:lnTo>
                <a:lnTo>
                  <a:pt x="13716000" y="0"/>
                </a:lnTo>
                <a:lnTo>
                  <a:pt x="13716000" y="6833062"/>
                </a:lnTo>
                <a:close/>
              </a:path>
            </a:pathLst>
          </a:custGeom>
          <a:blipFill xmlns:a="http://schemas.openxmlformats.org/drawingml/2006/main" rotWithShape="1">
            <a:blip xmlns:r="http://schemas.openxmlformats.org/officeDocument/2006/relationships" r:embed="R3d3a614268344390">
              <a:alphaModFix amt="19999"/>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97" name="Google Shape;97;p2">
            <a:extLst xmlns:a="http://schemas.openxmlformats.org/drawingml/2006/main">
              <a:ext uri="{FF2B5EF4-FFF2-40B4-BE49-F238E27FC236}">
                <a16:creationId xmlns:a16="http://schemas.microsoft.com/office/drawing/2014/main" id="{9D00407B-DAD1-4564-BCBB-5A8B4E27E900}"/>
              </a:ext>
            </a:extLst>
          </p:cNvPr>
          <p:cNvSpPr>
            <a:spLocks xmlns:a="http://schemas.openxmlformats.org/drawingml/2006/main" noGrp="1"/>
          </p:cNvSpPr>
          <p:nvPr/>
        </p:nvSpPr>
        <p:spPr>
          <a:xfrm xmlns:a="http://schemas.openxmlformats.org/drawingml/2006/main" rot="0" flipH="0" flipV="0">
            <a:off x="10340178" y="0"/>
            <a:ext cx="10287000" cy="5124796"/>
          </a:xfrm>
          <a:custGeom xmlns:a="http://schemas.openxmlformats.org/drawingml/2006/main">
            <a:rect l="l" t="t" r="r" b="b"/>
            <a:pathLst>
              <a:path w="13716000" h="6833062">
                <a:moveTo>
                  <a:pt x="13716000" y="6833062"/>
                </a:moveTo>
                <a:lnTo>
                  <a:pt x="0" y="6833062"/>
                </a:lnTo>
                <a:lnTo>
                  <a:pt x="0" y="0"/>
                </a:lnTo>
                <a:lnTo>
                  <a:pt x="13716000" y="0"/>
                </a:lnTo>
                <a:lnTo>
                  <a:pt x="13716000" y="6833062"/>
                </a:lnTo>
                <a:close/>
              </a:path>
            </a:pathLst>
          </a:custGeom>
          <a:blipFill xmlns:a="http://schemas.openxmlformats.org/drawingml/2006/main" rotWithShape="1">
            <a:blip xmlns:r="http://schemas.openxmlformats.org/officeDocument/2006/relationships" r:embed="R3d3a614268344390">
              <a:alphaModFix amt="19999"/>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98" name="Google Shape;98;p2">
            <a:extLst xmlns:a="http://schemas.openxmlformats.org/drawingml/2006/main">
              <a:ext uri="{FF2B5EF4-FFF2-40B4-BE49-F238E27FC236}">
                <a16:creationId xmlns:a16="http://schemas.microsoft.com/office/drawing/2014/main" id="{F86CEB42-5C20-432C-A391-A1BA72B5A193}"/>
              </a:ext>
            </a:extLst>
          </p:cNvPr>
          <p:cNvSpPr>
            <a:spLocks xmlns:a="http://schemas.openxmlformats.org/drawingml/2006/main" noGrp="1"/>
          </p:cNvSpPr>
          <p:nvPr/>
        </p:nvSpPr>
        <p:spPr>
          <a:xfrm xmlns:a="http://schemas.openxmlformats.org/drawingml/2006/main">
            <a:off x="16626678" y="9258300"/>
            <a:ext cx="632622" cy="293306"/>
          </a:xfrm>
          <a:custGeom xmlns:a="http://schemas.openxmlformats.org/drawingml/2006/main">
            <a:rect l="l" t="t" r="r" b="b"/>
            <a:pathLst>
              <a:path w="632622" h="293306">
                <a:moveTo>
                  <a:pt x="0" y="0"/>
                </a:moveTo>
                <a:lnTo>
                  <a:pt x="632622" y="0"/>
                </a:lnTo>
                <a:lnTo>
                  <a:pt x="632622" y="293306"/>
                </a:lnTo>
                <a:lnTo>
                  <a:pt x="0" y="293306"/>
                </a:lnTo>
                <a:lnTo>
                  <a:pt x="0" y="0"/>
                </a:lnTo>
                <a:close/>
              </a:path>
            </a:pathLst>
          </a:custGeom>
          <a:blipFill xmlns:a="http://schemas.openxmlformats.org/drawingml/2006/main" rotWithShape="1">
            <a:blip xmlns:r="http://schemas.openxmlformats.org/officeDocument/2006/relationships" r:embed="R51691ff58b2f403c">
              <a:alphaModFix/>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99" name="Google Shape;99;p2">
            <a:extLst xmlns:a="http://schemas.openxmlformats.org/drawingml/2006/main">
              <a:ext uri="{FF2B5EF4-FFF2-40B4-BE49-F238E27FC236}">
                <a16:creationId xmlns:a16="http://schemas.microsoft.com/office/drawing/2014/main" id="{49505059-28E6-440F-AB6B-C3B121526093}"/>
              </a:ext>
            </a:extLst>
          </p:cNvPr>
          <p:cNvSpPr>
            <a:spLocks xmlns:a="http://schemas.openxmlformats.org/drawingml/2006/main" noGrp="1"/>
          </p:cNvSpPr>
          <p:nvPr/>
        </p:nvSpPr>
        <p:spPr>
          <a:xfrm xmlns:a="http://schemas.openxmlformats.org/drawingml/2006/main">
            <a:off x="1103567" y="1428750"/>
            <a:ext cx="16192500" cy="14081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defPPr>
              <a:defRPr sz="8400" b="1">
                <a:solidFill>
                  <a:srgbClr val="FFFFFF"/>
                </a:solidFill>
              </a:defRPr>
            </a:defPPr>
            <a:lvl1pPr>
              <a:defRPr sz="8400" b="1">
                <a:solidFill>
                  <a:srgbClr val="FFFFFF"/>
                </a:solidFill>
              </a:defRPr>
            </a:lvl1pPr>
            <a:lvl2pPr>
              <a:defRPr sz="8400" b="1">
                <a:solidFill>
                  <a:srgbClr val="FFFFFF"/>
                </a:solidFill>
              </a:defRPr>
            </a:lvl2pPr>
            <a:lvl3pPr>
              <a:defRPr sz="8400" b="1">
                <a:solidFill>
                  <a:srgbClr val="FFFFFF"/>
                </a:solidFill>
              </a:defRPr>
            </a:lvl3pPr>
            <a:lvl4pPr>
              <a:defRPr sz="8400" b="1">
                <a:solidFill>
                  <a:srgbClr val="FFFFFF"/>
                </a:solidFill>
              </a:defRPr>
            </a:lvl4pPr>
            <a:lvl5pPr>
              <a:defRPr sz="8400" b="1">
                <a:solidFill>
                  <a:srgbClr val="FFFFFF"/>
                </a:solidFill>
              </a:defRPr>
            </a:lvl5pPr>
            <a:lvl6pPr>
              <a:defRPr sz="8400" b="1">
                <a:solidFill>
                  <a:srgbClr val="FFFFFF"/>
                </a:solidFill>
              </a:defRPr>
            </a:lvl6pPr>
            <a:lvl7pPr>
              <a:defRPr sz="8400" b="1">
                <a:solidFill>
                  <a:srgbClr val="FFFFFF"/>
                </a:solidFill>
              </a:defRPr>
            </a:lvl7pPr>
            <a:lvl8pPr>
              <a:defRPr sz="8400" b="1">
                <a:solidFill>
                  <a:srgbClr val="FFFFFF"/>
                </a:solidFill>
              </a:defRPr>
            </a:lvl8pPr>
            <a:lvl9pPr>
              <a:defRPr sz="8400" b="1">
                <a:solidFill>
                  <a:srgbClr val="FFFFFF"/>
                </a:solidFill>
              </a:defRPr>
            </a:lvl9pPr>
          </a:lstStyle>
          <a:p xmlns:a="http://schemas.openxmlformats.org/drawingml/2006/main">
            <a:pPr marL="0" marR="0" lvl="0" indent="0" algn="l">
              <a:lnSpc>
                <a:spcPct val="110001"/>
              </a:lnSpc>
              <a:spcBef>
                <a:spcPts val="0"/>
              </a:spcBef>
              <a:spcAft>
                <a:spcPts val="0"/>
              </a:spcAft>
              <a:buClr>
                <a:srgbClr val="000000"/>
              </a:buClr>
              <a:buSzPts val="9999"/>
              <a:buFont typeface="Arial"/>
              <a:buNone/>
              <a:defRPr sz="8400" b="1">
                <a:solidFill>
                  <a:srgbClr val="FFFFFF"/>
                </a:solidFill>
              </a:defRPr>
            </a:pPr>
            <a:r>
              <a:rPr sz="8400" b="1" i="0" u="none" strike="noStrike" cap="none">
                <a:solidFill>
                  <a:srgbClr val="FFFFFF"/>
                </a:solidFill>
                <a:latin typeface="Arial"/>
                <a:ea typeface="Arial"/>
                <a:cs typeface="Arial"/>
              </a:rPr>
              <a:t>Team Mailers</a:t>
            </a:r>
            <a:endParaRPr sz="14500" b="0" i="0" u="none" strike="noStrike" cap="none">
              <a:solidFill>
                <a:srgbClr val="000000"/>
              </a:solidFill>
              <a:latin typeface="Arial"/>
              <a:ea typeface="Arial"/>
              <a:cs typeface="Arial"/>
            </a:endParaRPr>
          </a:p>
        </p:txBody>
      </p:sp>
      <p:pic>
        <p:nvPicPr>
          <p:cNvPr id="100" name="Google Shape;100;p2">
            <a:extLst xmlns:a="http://schemas.openxmlformats.org/drawingml/2006/main">
              <a:ext uri="{FF2B5EF4-FFF2-40B4-BE49-F238E27FC236}">
                <a16:creationId xmlns:a16="http://schemas.microsoft.com/office/drawing/2014/main" id="{867A8844-42D2-4E91-8174-4794C4EEEA2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aa84183a4d8451f">
            <a:alphaModFix/>
          </a:blip>
          <a:srcRect xmlns:a="http://schemas.openxmlformats.org/drawingml/2006/main" l="15609" t="29934" r="16708" b="44852"/>
          <a:stretch xmlns:a="http://schemas.openxmlformats.org/drawingml/2006/main"/>
        </p:blipFill>
        <p:spPr>
          <a:xfrm xmlns:a="http://schemas.openxmlformats.org/drawingml/2006/main">
            <a:off x="13974933" y="468449"/>
            <a:ext cx="4313067" cy="1606765"/>
          </a:xfrm>
          <a:prstGeom xmlns:a="http://schemas.openxmlformats.org/drawingml/2006/main" prst="rect">
            <a:avLst/>
          </a:prstGeom>
          <a:ln xmlns:a="http://schemas.openxmlformats.org/drawingml/2006/main">
            <a:noFill/>
          </a:ln>
        </p:spPr>
      </p:pic>
      <p:sp>
        <p:nvSpPr>
          <p:cNvPr id="2" name="Google Shape;106;p4">
            <a:extLst xmlns:a="http://schemas.openxmlformats.org/drawingml/2006/main">
              <a:ext uri="{FF2B5EF4-FFF2-40B4-BE49-F238E27FC236}">
                <a16:creationId xmlns:a16="http://schemas.microsoft.com/office/drawing/2014/main" id="{9FAAC76C-9F07-A9EE-B64A-CFEA2A744AC2}"/>
              </a:ext>
            </a:extLst>
          </p:cNvPr>
          <p:cNvSpPr>
            <a:spLocks xmlns:a="http://schemas.openxmlformats.org/drawingml/2006/main" noGrp="1"/>
          </p:cNvSpPr>
          <p:nvPr/>
        </p:nvSpPr>
        <p:spPr>
          <a:xfrm xmlns:a="http://schemas.openxmlformats.org/drawingml/2006/main">
            <a:off x="1028700" y="5048250"/>
            <a:ext cx="16097250" cy="147233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defPPr>
              <a:defRPr sz="3450">
                <a:solidFill>
                  <a:srgbClr val="FFFFFF"/>
                </a:solidFill>
              </a:defRPr>
            </a:defPPr>
            <a:lvl1pPr>
              <a:defRPr sz="3450">
                <a:solidFill>
                  <a:srgbClr val="FFFFFF"/>
                </a:solidFill>
              </a:defRPr>
            </a:lvl1pPr>
            <a:lvl2pPr>
              <a:defRPr sz="3450">
                <a:solidFill>
                  <a:srgbClr val="FFFFFF"/>
                </a:solidFill>
              </a:defRPr>
            </a:lvl2pPr>
            <a:lvl3pPr>
              <a:defRPr sz="3450">
                <a:solidFill>
                  <a:srgbClr val="FFFFFF"/>
                </a:solidFill>
              </a:defRPr>
            </a:lvl3pPr>
            <a:lvl4pPr>
              <a:defRPr sz="3450">
                <a:solidFill>
                  <a:srgbClr val="FFFFFF"/>
                </a:solidFill>
              </a:defRPr>
            </a:lvl4pPr>
            <a:lvl5pPr>
              <a:defRPr sz="3450">
                <a:solidFill>
                  <a:srgbClr val="FFFFFF"/>
                </a:solidFill>
              </a:defRPr>
            </a:lvl5pPr>
            <a:lvl6pPr>
              <a:defRPr sz="3450">
                <a:solidFill>
                  <a:srgbClr val="FFFFFF"/>
                </a:solidFill>
              </a:defRPr>
            </a:lvl6pPr>
            <a:lvl7pPr>
              <a:defRPr sz="3450">
                <a:solidFill>
                  <a:srgbClr val="FFFFFF"/>
                </a:solidFill>
              </a:defRPr>
            </a:lvl7pPr>
            <a:lvl8pPr>
              <a:defRPr sz="3450">
                <a:solidFill>
                  <a:srgbClr val="FFFFFF"/>
                </a:solidFill>
              </a:defRPr>
            </a:lvl8pPr>
            <a:lvl9pPr>
              <a:defRPr sz="3450">
                <a:solidFill>
                  <a:srgbClr val="FFFFFF"/>
                </a:solidFill>
              </a:defRPr>
            </a:lvl9pPr>
          </a:lstStyle>
          <a:p xmlns:a="http://schemas.openxmlformats.org/drawingml/2006/main">
            <a:pPr>
              <a:lnSpc>
                <a:spcPct val="140014"/>
              </a:lnSpc>
              <a:buSzPts val="2799"/>
              <a:buNone/>
              <a:defRPr sz="3450">
                <a:solidFill>
                  <a:srgbClr val="FFFFFF"/>
                </a:solidFill>
              </a:defRPr>
            </a:pPr>
            <a:r>
              <a:rPr sz="3450" b="0" i="0" u="none" strike="noStrike" cap="none">
                <a:solidFill>
                  <a:srgbClr val="FFFFFF"/>
                </a:solidFill>
                <a:latin typeface="Arial"/>
                <a:ea typeface="Arial"/>
                <a:cs typeface="Arial"/>
              </a:rPr>
              <a:t>Household mail usage, demographics and forecast scenarios</a:t>
            </a:r>
          </a:p>
          <a:p xmlns:a="http://schemas.openxmlformats.org/drawingml/2006/main">
            <a:pPr>
              <a:lnSpc>
                <a:spcPct val="140014"/>
              </a:lnSpc>
              <a:buSzPts val="2799"/>
              <a:buNone/>
              <a:defRPr sz="3450">
                <a:solidFill>
                  <a:srgbClr val="FFFFFF"/>
                </a:solidFill>
              </a:defRPr>
            </a:pPr>
            <a:r>
              <a:rPr sz="3450" b="0" i="0" u="none" strike="noStrike" cap="none">
                <a:solidFill>
                  <a:srgbClr val="FFFFFF"/>
                </a:solidFill>
                <a:latin typeface="Arial"/>
                <a:ea typeface="Arial"/>
                <a:cs typeface="Arial"/>
              </a:rPr>
              <a:t>Local dashboard · Offline operation · Source-linked evidence</a:t>
            </a:r>
            <a:endParaRPr sz="40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28774409"/>
      </p:ext>
    </p:extLst>
  </p:cSld>
</p:sld>
</file>

<file path=ppt/slides/slide3.xml><?xml version="1.0" encoding="utf-8"?>
<p:sld xmlns:p="http://schemas.openxmlformats.org/presentationml/2006/main">
  <p:cSld>
    <p:bg>
      <p:bgPr>
        <a:solidFill xmlns:a="http://schemas.openxmlformats.org/drawingml/2006/main">
          <a:srgbClr val="201E59"/>
        </a:solidFill>
      </p:bgPr>
    </p:bg>
    <p:spTree>
      <p:nvGrpSpPr>
        <p:cNvPr id="1" name=""/>
        <p:cNvGrpSpPr/>
        <p:nvPr/>
      </p:nvGrpSpPr>
      <p:grpSpPr>
        <a:xfrm xmlns:a="http://schemas.openxmlformats.org/drawingml/2006/main"/>
      </p:grpSpPr>
      <p:sp>
        <p:nvSpPr>
          <p:cNvPr id="113" name="Google Shape;113;p5">
            <a:extLst xmlns:a="http://schemas.openxmlformats.org/drawingml/2006/main">
              <a:ext uri="{FF2B5EF4-FFF2-40B4-BE49-F238E27FC236}">
                <a16:creationId xmlns:a16="http://schemas.microsoft.com/office/drawing/2014/main" id="{1DCA2294-927B-44EB-A387-79C23F6F59F6}"/>
              </a:ext>
            </a:extLst>
          </p:cNvPr>
          <p:cNvSpPr>
            <a:spLocks xmlns:a="http://schemas.openxmlformats.org/drawingml/2006/main" noGrp="1"/>
          </p:cNvSpPr>
          <p:nvPr/>
        </p:nvSpPr>
        <p:spPr>
          <a:xfrm xmlns:a="http://schemas.openxmlformats.org/drawingml/2006/main">
            <a:off x="16626678" y="9258300"/>
            <a:ext cx="632622" cy="293306"/>
          </a:xfrm>
          <a:custGeom xmlns:a="http://schemas.openxmlformats.org/drawingml/2006/main">
            <a:rect l="l" t="t" r="r" b="b"/>
            <a:pathLst>
              <a:path w="632622" h="293306">
                <a:moveTo>
                  <a:pt x="0" y="0"/>
                </a:moveTo>
                <a:lnTo>
                  <a:pt x="632622" y="0"/>
                </a:lnTo>
                <a:lnTo>
                  <a:pt x="632622" y="293306"/>
                </a:lnTo>
                <a:lnTo>
                  <a:pt x="0" y="293306"/>
                </a:lnTo>
                <a:lnTo>
                  <a:pt x="0" y="0"/>
                </a:lnTo>
                <a:close/>
              </a:path>
            </a:pathLst>
          </a:custGeom>
          <a:blipFill xmlns:a="http://schemas.openxmlformats.org/drawingml/2006/main" rotWithShape="1">
            <a:blip xmlns:r="http://schemas.openxmlformats.org/officeDocument/2006/relationships" r:embed="R98da574c371b43d0">
              <a:alphaModFix/>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14" name="Google Shape;114;p5">
            <a:extLst xmlns:a="http://schemas.openxmlformats.org/drawingml/2006/main">
              <a:ext uri="{FF2B5EF4-FFF2-40B4-BE49-F238E27FC236}">
                <a16:creationId xmlns:a16="http://schemas.microsoft.com/office/drawing/2014/main" id="{EEB24575-74D9-44CF-9089-A59BA55854B2}"/>
              </a:ext>
            </a:extLst>
          </p:cNvPr>
          <p:cNvSpPr>
            <a:spLocks xmlns:a="http://schemas.openxmlformats.org/drawingml/2006/main" noGrp="1"/>
          </p:cNvSpPr>
          <p:nvPr/>
        </p:nvSpPr>
        <p:spPr>
          <a:xfrm xmlns:a="http://schemas.openxmlformats.org/drawingml/2006/main">
            <a:off x="9144000" y="1028700"/>
            <a:ext cx="10550769" cy="8229600"/>
          </a:xfrm>
          <a:custGeom xmlns:a="http://schemas.openxmlformats.org/drawingml/2006/main">
            <a:rect l="l" t="t" r="r" b="b"/>
            <a:pathLst>
              <a:path w="10550769" h="8229600">
                <a:moveTo>
                  <a:pt x="0" y="0"/>
                </a:moveTo>
                <a:lnTo>
                  <a:pt x="10550769" y="0"/>
                </a:lnTo>
                <a:lnTo>
                  <a:pt x="10550769" y="8229600"/>
                </a:lnTo>
                <a:lnTo>
                  <a:pt x="0" y="8229600"/>
                </a:lnTo>
                <a:lnTo>
                  <a:pt x="0" y="0"/>
                </a:lnTo>
                <a:close/>
              </a:path>
            </a:pathLst>
          </a:custGeom>
          <a:blipFill xmlns:a="http://schemas.openxmlformats.org/drawingml/2006/main" rotWithShape="1">
            <a:blip xmlns:r="http://schemas.openxmlformats.org/officeDocument/2006/relationships" r:embed="R6c87263a75b94ce4">
              <a:alphaModFix amt="9999"/>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15" name="Google Shape;115;p5">
            <a:extLst xmlns:a="http://schemas.openxmlformats.org/drawingml/2006/main">
              <a:ext uri="{FF2B5EF4-FFF2-40B4-BE49-F238E27FC236}">
                <a16:creationId xmlns:a16="http://schemas.microsoft.com/office/drawing/2014/main" id="{09993A5B-0BE3-477C-B508-FD0A3F2B97DC}"/>
              </a:ext>
            </a:extLst>
          </p:cNvPr>
          <p:cNvSpPr>
            <a:spLocks xmlns:a="http://schemas.openxmlformats.org/drawingml/2006/main" noGrp="1"/>
          </p:cNvSpPr>
          <p:nvPr/>
        </p:nvSpPr>
        <p:spPr>
          <a:xfrm xmlns:a="http://schemas.openxmlformats.org/drawingml/2006/main">
            <a:off x="1028700" y="5048250"/>
            <a:ext cx="16097250" cy="220849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defPPr>
              <a:defRPr sz="3450">
                <a:solidFill>
                  <a:srgbClr val="FFFFFF"/>
                </a:solidFill>
              </a:defRPr>
            </a:defPPr>
            <a:lvl1pPr>
              <a:defRPr sz="3450">
                <a:solidFill>
                  <a:srgbClr val="FFFFFF"/>
                </a:solidFill>
              </a:defRPr>
            </a:lvl1pPr>
            <a:lvl2pPr>
              <a:defRPr sz="3450">
                <a:solidFill>
                  <a:srgbClr val="FFFFFF"/>
                </a:solidFill>
              </a:defRPr>
            </a:lvl2pPr>
            <a:lvl3pPr>
              <a:defRPr sz="3450">
                <a:solidFill>
                  <a:srgbClr val="FFFFFF"/>
                </a:solidFill>
              </a:defRPr>
            </a:lvl3pPr>
            <a:lvl4pPr>
              <a:defRPr sz="3450">
                <a:solidFill>
                  <a:srgbClr val="FFFFFF"/>
                </a:solidFill>
              </a:defRPr>
            </a:lvl4pPr>
            <a:lvl5pPr>
              <a:defRPr sz="3450">
                <a:solidFill>
                  <a:srgbClr val="FFFFFF"/>
                </a:solidFill>
              </a:defRPr>
            </a:lvl5pPr>
            <a:lvl6pPr>
              <a:defRPr sz="3450">
                <a:solidFill>
                  <a:srgbClr val="FFFFFF"/>
                </a:solidFill>
              </a:defRPr>
            </a:lvl6pPr>
            <a:lvl7pPr>
              <a:defRPr sz="3450">
                <a:solidFill>
                  <a:srgbClr val="FFFFFF"/>
                </a:solidFill>
              </a:defRPr>
            </a:lvl7pPr>
            <a:lvl8pPr>
              <a:defRPr sz="3450">
                <a:solidFill>
                  <a:srgbClr val="FFFFFF"/>
                </a:solidFill>
              </a:defRPr>
            </a:lvl8pPr>
            <a:lvl9pPr>
              <a:defRPr sz="3450">
                <a:solidFill>
                  <a:srgbClr val="FFFFFF"/>
                </a:solidFill>
              </a:defRPr>
            </a:lvl9pPr>
          </a:lstStyle>
          <a:p xmlns:a="http://schemas.openxmlformats.org/drawingml/2006/main">
            <a:pPr>
              <a:lnSpc>
                <a:spcPct val="140014"/>
              </a:lnSpc>
              <a:buSzPts val="2799"/>
              <a:buNone/>
              <a:defRPr sz="3450">
                <a:solidFill>
                  <a:srgbClr val="FFFFFF"/>
                </a:solidFill>
              </a:defRPr>
            </a:pPr>
            <a:r>
              <a:rPr sz="3450" b="0" i="0" u="none" strike="noStrike" cap="none">
                <a:solidFill>
                  <a:srgbClr val="FFFFFF"/>
                </a:solidFill>
                <a:latin typeface="Arial"/>
                <a:ea typeface="Arial"/>
                <a:cs typeface="Arial"/>
              </a:rPr>
              <a:t>Annual PDF reports are hard to compare</a:t>
            </a:r>
          </a:p>
          <a:p xmlns:a="http://schemas.openxmlformats.org/drawingml/2006/main">
            <a:pPr>
              <a:lnSpc>
                <a:spcPct val="140014"/>
              </a:lnSpc>
              <a:buSzPts val="2799"/>
              <a:buNone/>
              <a:defRPr sz="3450">
                <a:solidFill>
                  <a:srgbClr val="FFFFFF"/>
                </a:solidFill>
              </a:defRPr>
            </a:pPr>
            <a:r>
              <a:rPr sz="3450" b="0" i="0" u="none" strike="noStrike" cap="none">
                <a:solidFill>
                  <a:srgbClr val="FFFFFF"/>
                </a:solidFill>
                <a:latin typeface="Arial"/>
                <a:ea typeface="Arial"/>
                <a:cs typeface="Arial"/>
              </a:rPr>
              <a:t>Historical figures are revised and units change</a:t>
            </a:r>
          </a:p>
          <a:p xmlns:a="http://schemas.openxmlformats.org/drawingml/2006/main">
            <a:pPr>
              <a:lnSpc>
                <a:spcPct val="140014"/>
              </a:lnSpc>
              <a:buSzPts val="2799"/>
              <a:buNone/>
              <a:defRPr sz="3450">
                <a:solidFill>
                  <a:srgbClr val="FFFFFF"/>
                </a:solidFill>
              </a:defRPr>
            </a:pPr>
            <a:r>
              <a:rPr sz="3450" b="0" i="0" u="none" strike="noStrike" cap="none">
                <a:solidFill>
                  <a:srgbClr val="FFFFFF"/>
                </a:solidFill>
                <a:latin typeface="Arial"/>
                <a:ea typeface="Arial"/>
                <a:cs typeface="Arial"/>
              </a:rPr>
              <a:t>Analysts need a clear path from question to source</a:t>
            </a:r>
          </a:p>
        </p:txBody>
      </p:sp>
      <p:sp>
        <p:nvSpPr>
          <p:cNvPr id="116" name="Google Shape;116;p5">
            <a:extLst xmlns:a="http://schemas.openxmlformats.org/drawingml/2006/main">
              <a:ext uri="{FF2B5EF4-FFF2-40B4-BE49-F238E27FC236}">
                <a16:creationId xmlns:a16="http://schemas.microsoft.com/office/drawing/2014/main" id="{FFEA0BDB-1774-46E4-8C65-C2AF545DAFED}"/>
              </a:ext>
            </a:extLst>
          </p:cNvPr>
          <p:cNvSpPr>
            <a:spLocks xmlns:a="http://schemas.openxmlformats.org/drawingml/2006/main" noGrp="1"/>
          </p:cNvSpPr>
          <p:nvPr/>
        </p:nvSpPr>
        <p:spPr>
          <a:xfrm xmlns:a="http://schemas.openxmlformats.org/drawingml/2006/main">
            <a:off x="1028700" y="1428750"/>
            <a:ext cx="16192500" cy="1280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defPPr>
              <a:defRPr sz="8400" b="1">
                <a:solidFill>
                  <a:srgbClr val="FFFFFF"/>
                </a:solidFill>
              </a:defRPr>
            </a:defPPr>
            <a:lvl1pPr>
              <a:defRPr sz="8400" b="1">
                <a:solidFill>
                  <a:srgbClr val="FFFFFF"/>
                </a:solidFill>
              </a:defRPr>
            </a:lvl1pPr>
            <a:lvl2pPr>
              <a:defRPr sz="8400" b="1">
                <a:solidFill>
                  <a:srgbClr val="FFFFFF"/>
                </a:solidFill>
              </a:defRPr>
            </a:lvl2pPr>
            <a:lvl3pPr>
              <a:defRPr sz="8400" b="1">
                <a:solidFill>
                  <a:srgbClr val="FFFFFF"/>
                </a:solidFill>
              </a:defRPr>
            </a:lvl3pPr>
            <a:lvl4pPr>
              <a:defRPr sz="8400" b="1">
                <a:solidFill>
                  <a:srgbClr val="FFFFFF"/>
                </a:solidFill>
              </a:defRPr>
            </a:lvl4pPr>
            <a:lvl5pPr>
              <a:defRPr sz="8400" b="1">
                <a:solidFill>
                  <a:srgbClr val="FFFFFF"/>
                </a:solidFill>
              </a:defRPr>
            </a:lvl5pPr>
            <a:lvl6pPr>
              <a:defRPr sz="8400" b="1">
                <a:solidFill>
                  <a:srgbClr val="FFFFFF"/>
                </a:solidFill>
              </a:defRPr>
            </a:lvl6pPr>
            <a:lvl7pPr>
              <a:defRPr sz="8400" b="1">
                <a:solidFill>
                  <a:srgbClr val="FFFFFF"/>
                </a:solidFill>
              </a:defRPr>
            </a:lvl7pPr>
            <a:lvl8pPr>
              <a:defRPr sz="8400" b="1">
                <a:solidFill>
                  <a:srgbClr val="FFFFFF"/>
                </a:solidFill>
              </a:defRPr>
            </a:lvl8pPr>
            <a:lvl9pPr>
              <a:defRPr sz="8400" b="1">
                <a:solidFill>
                  <a:srgbClr val="FFFFFF"/>
                </a:solidFill>
              </a:defRPr>
            </a:lvl9pPr>
          </a:lstStyle>
          <a:p xmlns:a="http://schemas.openxmlformats.org/drawingml/2006/main">
            <a:pPr>
              <a:buSzPts val="14500"/>
              <a:buNone/>
              <a:defRPr sz="8400" b="1">
                <a:solidFill>
                  <a:srgbClr val="FFFFFF"/>
                </a:solidFill>
              </a:defRPr>
            </a:pPr>
            <a:r>
              <a:rPr sz="8400" b="1" i="0" u="none" strike="noStrike" cap="none">
                <a:solidFill>
                  <a:srgbClr val="FFFFFF"/>
                </a:solidFill>
                <a:latin typeface="Arial"/>
                <a:ea typeface="Arial"/>
                <a:cs typeface="Arial"/>
              </a:rPr>
              <a:t>The reporting problem</a:t>
            </a:r>
            <a:endParaRPr sz="1400" b="0" i="0" u="none" strike="noStrike" cap="none">
              <a:solidFill>
                <a:srgbClr val="000000"/>
              </a:solidFill>
              <a:latin typeface="Arial"/>
              <a:ea typeface="Arial"/>
              <a:cs typeface="Arial"/>
            </a:endParaRPr>
          </a:p>
        </p:txBody>
      </p:sp>
      <p:pic>
        <p:nvPicPr>
          <p:cNvPr id="117" name="Google Shape;117;p5">
            <a:extLst xmlns:a="http://schemas.openxmlformats.org/drawingml/2006/main">
              <a:ext uri="{FF2B5EF4-FFF2-40B4-BE49-F238E27FC236}">
                <a16:creationId xmlns:a16="http://schemas.microsoft.com/office/drawing/2014/main" id="{0826374C-100C-49EE-A058-1ED8E19A636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dbc36723d964db8">
            <a:alphaModFix/>
          </a:blip>
          <a:srcRect xmlns:a="http://schemas.openxmlformats.org/drawingml/2006/main" l="15609" t="29934" r="16708" b="44852"/>
          <a:stretch xmlns:a="http://schemas.openxmlformats.org/drawingml/2006/main"/>
        </p:blipFill>
        <p:spPr>
          <a:xfrm xmlns:a="http://schemas.openxmlformats.org/drawingml/2006/main">
            <a:off x="13974933" y="468449"/>
            <a:ext cx="4313067" cy="160676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178085592"/>
      </p:ext>
    </p:extLst>
  </p:cSld>
</p:sld>
</file>

<file path=ppt/slides/slide4.xml><?xml version="1.0" encoding="utf-8"?>
<p:sld xmlns:p="http://schemas.openxmlformats.org/presentationml/2006/main">
  <p:cSld>
    <p:bg>
      <p:bgPr>
        <a:solidFill xmlns:a="http://schemas.openxmlformats.org/drawingml/2006/main">
          <a:srgbClr val="201E59"/>
        </a:solidFill>
      </p:bgPr>
    </p:bg>
    <p:spTree>
      <p:nvGrpSpPr>
        <p:cNvPr id="1" name=""/>
        <p:cNvGrpSpPr/>
        <p:nvPr/>
      </p:nvGrpSpPr>
      <p:grpSpPr>
        <a:xfrm xmlns:a="http://schemas.openxmlformats.org/drawingml/2006/main"/>
      </p:grpSpPr>
      <p:sp>
        <p:nvSpPr>
          <p:cNvPr id="122" name="Google Shape;122;p6">
            <a:extLst xmlns:a="http://schemas.openxmlformats.org/drawingml/2006/main">
              <a:ext uri="{FF2B5EF4-FFF2-40B4-BE49-F238E27FC236}">
                <a16:creationId xmlns:a16="http://schemas.microsoft.com/office/drawing/2014/main" id="{1E5D2BA4-5A71-4FC3-8320-A437E7E7A251}"/>
              </a:ext>
            </a:extLst>
          </p:cNvPr>
          <p:cNvSpPr>
            <a:spLocks xmlns:a="http://schemas.openxmlformats.org/drawingml/2006/main" noGrp="1"/>
          </p:cNvSpPr>
          <p:nvPr/>
        </p:nvSpPr>
        <p:spPr>
          <a:xfrm xmlns:a="http://schemas.openxmlformats.org/drawingml/2006/main">
            <a:off x="3257273" y="-647700"/>
            <a:ext cx="11773453" cy="11773453"/>
          </a:xfrm>
          <a:custGeom xmlns:a="http://schemas.openxmlformats.org/drawingml/2006/main">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xmlns:a="http://schemas.openxmlformats.org/drawingml/2006/main">
            <a:srgbClr val="000000">
              <a:alpha val="4313"/>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23" name="Google Shape;123;p6">
            <a:extLst xmlns:a="http://schemas.openxmlformats.org/drawingml/2006/main">
              <a:ext uri="{FF2B5EF4-FFF2-40B4-BE49-F238E27FC236}">
                <a16:creationId xmlns:a16="http://schemas.microsoft.com/office/drawing/2014/main" id="{77277E40-246C-4F93-95C9-B70DCFEA1D55}"/>
              </a:ext>
            </a:extLst>
          </p:cNvPr>
          <p:cNvSpPr>
            <a:spLocks xmlns:a="http://schemas.openxmlformats.org/drawingml/2006/main" noGrp="1"/>
          </p:cNvSpPr>
          <p:nvPr/>
        </p:nvSpPr>
        <p:spPr>
          <a:xfrm xmlns:a="http://schemas.openxmlformats.org/drawingml/2006/main">
            <a:off x="1028700" y="1428750"/>
            <a:ext cx="16192500" cy="14081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defPPr>
              <a:defRPr sz="8400" b="1">
                <a:solidFill>
                  <a:srgbClr val="FFFFFF"/>
                </a:solidFill>
              </a:defRPr>
            </a:defPPr>
            <a:lvl1pPr>
              <a:defRPr sz="8400" b="1">
                <a:solidFill>
                  <a:srgbClr val="FFFFFF"/>
                </a:solidFill>
              </a:defRPr>
            </a:lvl1pPr>
            <a:lvl2pPr>
              <a:defRPr sz="8400" b="1">
                <a:solidFill>
                  <a:srgbClr val="FFFFFF"/>
                </a:solidFill>
              </a:defRPr>
            </a:lvl2pPr>
            <a:lvl3pPr>
              <a:defRPr sz="8400" b="1">
                <a:solidFill>
                  <a:srgbClr val="FFFFFF"/>
                </a:solidFill>
              </a:defRPr>
            </a:lvl3pPr>
            <a:lvl4pPr>
              <a:defRPr sz="8400" b="1">
                <a:solidFill>
                  <a:srgbClr val="FFFFFF"/>
                </a:solidFill>
              </a:defRPr>
            </a:lvl4pPr>
            <a:lvl5pPr>
              <a:defRPr sz="8400" b="1">
                <a:solidFill>
                  <a:srgbClr val="FFFFFF"/>
                </a:solidFill>
              </a:defRPr>
            </a:lvl5pPr>
            <a:lvl6pPr>
              <a:defRPr sz="8400" b="1">
                <a:solidFill>
                  <a:srgbClr val="FFFFFF"/>
                </a:solidFill>
              </a:defRPr>
            </a:lvl6pPr>
            <a:lvl7pPr>
              <a:defRPr sz="8400" b="1">
                <a:solidFill>
                  <a:srgbClr val="FFFFFF"/>
                </a:solidFill>
              </a:defRPr>
            </a:lvl7pPr>
            <a:lvl8pPr>
              <a:defRPr sz="8400" b="1">
                <a:solidFill>
                  <a:srgbClr val="FFFFFF"/>
                </a:solidFill>
              </a:defRPr>
            </a:lvl8pPr>
            <a:lvl9pPr>
              <a:defRPr sz="8400" b="1">
                <a:solidFill>
                  <a:srgbClr val="FFFFFF"/>
                </a:solidFill>
              </a:defRPr>
            </a:lvl9pPr>
          </a:lstStyle>
          <a:p xmlns:a="http://schemas.openxmlformats.org/drawingml/2006/main">
            <a:pPr marL="0" marR="0" lvl="0" indent="0" algn="l">
              <a:lnSpc>
                <a:spcPct val="110000"/>
              </a:lnSpc>
              <a:spcBef>
                <a:spcPts val="0"/>
              </a:spcBef>
              <a:spcAft>
                <a:spcPts val="0"/>
              </a:spcAft>
              <a:buClr>
                <a:srgbClr val="000000"/>
              </a:buClr>
              <a:buSzPts val="14500"/>
              <a:buFont typeface="Arial"/>
              <a:buNone/>
              <a:defRPr sz="8400" b="1">
                <a:solidFill>
                  <a:srgbClr val="FFFFFF"/>
                </a:solidFill>
              </a:defRPr>
            </a:pPr>
            <a:r>
              <a:rPr sz="8400" b="1" i="0" u="none" strike="noStrike" cap="none">
                <a:solidFill>
                  <a:srgbClr val="FFFFFF"/>
                </a:solidFill>
                <a:latin typeface="Arial"/>
                <a:ea typeface="Arial"/>
                <a:cs typeface="Arial"/>
              </a:rPr>
              <a:t>A local evidence workspace</a:t>
            </a:r>
            <a:endParaRPr sz="1400" b="0" i="0" u="none" strike="noStrike" cap="none">
              <a:solidFill>
                <a:srgbClr val="000000"/>
              </a:solidFill>
              <a:latin typeface="Arial"/>
              <a:ea typeface="Arial"/>
              <a:cs typeface="Arial"/>
            </a:endParaRPr>
          </a:p>
        </p:txBody>
      </p:sp>
      <p:sp>
        <p:nvSpPr>
          <p:cNvPr id="124" name="Google Shape;124;p6">
            <a:extLst xmlns:a="http://schemas.openxmlformats.org/drawingml/2006/main">
              <a:ext uri="{FF2B5EF4-FFF2-40B4-BE49-F238E27FC236}">
                <a16:creationId xmlns:a16="http://schemas.microsoft.com/office/drawing/2014/main" id="{8A315947-E7B0-413B-AD52-488C8747D4A4}"/>
              </a:ext>
            </a:extLst>
          </p:cNvPr>
          <p:cNvSpPr>
            <a:spLocks xmlns:a="http://schemas.openxmlformats.org/drawingml/2006/main" noGrp="1"/>
          </p:cNvSpPr>
          <p:nvPr/>
        </p:nvSpPr>
        <p:spPr>
          <a:xfrm xmlns:a="http://schemas.openxmlformats.org/drawingml/2006/main">
            <a:off x="16626678" y="9258300"/>
            <a:ext cx="632622" cy="293306"/>
          </a:xfrm>
          <a:custGeom xmlns:a="http://schemas.openxmlformats.org/drawingml/2006/main">
            <a:rect l="l" t="t" r="r" b="b"/>
            <a:pathLst>
              <a:path w="632622" h="293306">
                <a:moveTo>
                  <a:pt x="0" y="0"/>
                </a:moveTo>
                <a:lnTo>
                  <a:pt x="632622" y="0"/>
                </a:lnTo>
                <a:lnTo>
                  <a:pt x="632622" y="293306"/>
                </a:lnTo>
                <a:lnTo>
                  <a:pt x="0" y="293306"/>
                </a:lnTo>
                <a:lnTo>
                  <a:pt x="0" y="0"/>
                </a:lnTo>
                <a:close/>
              </a:path>
            </a:pathLst>
          </a:custGeom>
          <a:blipFill xmlns:a="http://schemas.openxmlformats.org/drawingml/2006/main" rotWithShape="1">
            <a:blip xmlns:r="http://schemas.openxmlformats.org/officeDocument/2006/relationships" r:embed="R2940c589739f46ca">
              <a:alphaModFix/>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25" name="Google Shape;125;p6">
            <a:extLst xmlns:a="http://schemas.openxmlformats.org/drawingml/2006/main">
              <a:ext uri="{FF2B5EF4-FFF2-40B4-BE49-F238E27FC236}">
                <a16:creationId xmlns:a16="http://schemas.microsoft.com/office/drawing/2014/main" id="{7E30833F-FFD1-4A15-AC11-5F268CB75E25}"/>
              </a:ext>
            </a:extLst>
          </p:cNvPr>
          <p:cNvSpPr>
            <a:spLocks xmlns:a="http://schemas.openxmlformats.org/drawingml/2006/main" noGrp="1"/>
          </p:cNvSpPr>
          <p:nvPr/>
        </p:nvSpPr>
        <p:spPr>
          <a:xfrm xmlns:a="http://schemas.openxmlformats.org/drawingml/2006/main">
            <a:off x="1028700" y="5048250"/>
            <a:ext cx="16097250" cy="220849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defPPr>
              <a:defRPr sz="3450">
                <a:solidFill>
                  <a:srgbClr val="FFFFFF"/>
                </a:solidFill>
              </a:defRPr>
            </a:defPPr>
            <a:lvl1pPr>
              <a:defRPr sz="3450">
                <a:solidFill>
                  <a:srgbClr val="FFFFFF"/>
                </a:solidFill>
              </a:defRPr>
            </a:lvl1pPr>
            <a:lvl2pPr>
              <a:defRPr sz="3450">
                <a:solidFill>
                  <a:srgbClr val="FFFFFF"/>
                </a:solidFill>
              </a:defRPr>
            </a:lvl2pPr>
            <a:lvl3pPr>
              <a:defRPr sz="3450">
                <a:solidFill>
                  <a:srgbClr val="FFFFFF"/>
                </a:solidFill>
              </a:defRPr>
            </a:lvl3pPr>
            <a:lvl4pPr>
              <a:defRPr sz="3450">
                <a:solidFill>
                  <a:srgbClr val="FFFFFF"/>
                </a:solidFill>
              </a:defRPr>
            </a:lvl4pPr>
            <a:lvl5pPr>
              <a:defRPr sz="3450">
                <a:solidFill>
                  <a:srgbClr val="FFFFFF"/>
                </a:solidFill>
              </a:defRPr>
            </a:lvl5pPr>
            <a:lvl6pPr>
              <a:defRPr sz="3450">
                <a:solidFill>
                  <a:srgbClr val="FFFFFF"/>
                </a:solidFill>
              </a:defRPr>
            </a:lvl6pPr>
            <a:lvl7pPr>
              <a:defRPr sz="3450">
                <a:solidFill>
                  <a:srgbClr val="FFFFFF"/>
                </a:solidFill>
              </a:defRPr>
            </a:lvl7pPr>
            <a:lvl8pPr>
              <a:defRPr sz="3450">
                <a:solidFill>
                  <a:srgbClr val="FFFFFF"/>
                </a:solidFill>
              </a:defRPr>
            </a:lvl8pPr>
            <a:lvl9pPr>
              <a:defRPr sz="3450">
                <a:solidFill>
                  <a:srgbClr val="FFFFFF"/>
                </a:solidFill>
              </a:defRPr>
            </a:lvl9pPr>
          </a:lstStyle>
          <a:p xmlns:a="http://schemas.openxmlformats.org/drawingml/2006/main">
            <a:pPr>
              <a:lnSpc>
                <a:spcPct val="140014"/>
              </a:lnSpc>
              <a:buSzPts val="2799"/>
              <a:buNone/>
              <a:defRPr sz="3450">
                <a:solidFill>
                  <a:srgbClr val="FFFFFF"/>
                </a:solidFill>
              </a:defRPr>
            </a:pPr>
            <a:r>
              <a:rPr sz="3450" b="0" i="0" u="none" strike="noStrike" cap="none">
                <a:solidFill>
                  <a:srgbClr val="FFFFFF"/>
                </a:solidFill>
                <a:latin typeface="Arial"/>
                <a:ea typeface="Arial"/>
                <a:cs typeface="Arial"/>
              </a:rPr>
              <a:t>Trends · Household comparisons · Forecast lab</a:t>
            </a:r>
          </a:p>
          <a:p xmlns:a="http://schemas.openxmlformats.org/drawingml/2006/main">
            <a:pPr>
              <a:lnSpc>
                <a:spcPct val="140014"/>
              </a:lnSpc>
              <a:buSzPts val="2799"/>
              <a:buNone/>
              <a:defRPr sz="3450">
                <a:solidFill>
                  <a:srgbClr val="FFFFFF"/>
                </a:solidFill>
              </a:defRPr>
            </a:pPr>
            <a:r>
              <a:rPr sz="3450" b="0" i="0" u="none" strike="noStrike" cap="none">
                <a:solidFill>
                  <a:srgbClr val="FFFFFF"/>
                </a:solidFill>
                <a:latin typeface="Arial"/>
                <a:ea typeface="Arial"/>
                <a:cs typeface="Arial"/>
              </a:rPr>
              <a:t>Extractive NLP evidence briefs · Source library</a:t>
            </a:r>
          </a:p>
          <a:p xmlns:a="http://schemas.openxmlformats.org/drawingml/2006/main">
            <a:pPr>
              <a:lnSpc>
                <a:spcPct val="140014"/>
              </a:lnSpc>
              <a:buSzPts val="2799"/>
              <a:buNone/>
              <a:defRPr sz="3450">
                <a:solidFill>
                  <a:srgbClr val="FFFFFF"/>
                </a:solidFill>
              </a:defRPr>
            </a:pPr>
            <a:r>
              <a:rPr sz="3450" b="0" i="0" u="none" strike="noStrike" cap="none">
                <a:solidFill>
                  <a:srgbClr val="FFFFFF"/>
                </a:solidFill>
                <a:latin typeface="Arial"/>
                <a:ea typeface="Arial"/>
                <a:cs typeface="Arial"/>
              </a:rPr>
              <a:t>20 report years collected · 19 structured editions</a:t>
            </a:r>
          </a:p>
        </p:txBody>
      </p:sp>
      <p:pic>
        <p:nvPicPr>
          <p:cNvPr id="126" name="Google Shape;126;p6">
            <a:extLst xmlns:a="http://schemas.openxmlformats.org/drawingml/2006/main">
              <a:ext uri="{FF2B5EF4-FFF2-40B4-BE49-F238E27FC236}">
                <a16:creationId xmlns:a16="http://schemas.microsoft.com/office/drawing/2014/main" id="{984E5DFD-3EF6-4AC4-90AF-9D534602C15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acb0e94f34d48a9">
            <a:alphaModFix/>
          </a:blip>
          <a:srcRect xmlns:a="http://schemas.openxmlformats.org/drawingml/2006/main" l="15609" t="29934" r="16708" b="44852"/>
          <a:stretch xmlns:a="http://schemas.openxmlformats.org/drawingml/2006/main"/>
        </p:blipFill>
        <p:spPr>
          <a:xfrm xmlns:a="http://schemas.openxmlformats.org/drawingml/2006/main">
            <a:off x="13974933" y="468449"/>
            <a:ext cx="4313067" cy="160676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797159508"/>
      </p:ext>
    </p:extLst>
  </p:cSld>
</p:sld>
</file>

<file path=ppt/slides/slide5.xml><?xml version="1.0" encoding="utf-8"?>
<p:sld xmlns:p="http://schemas.openxmlformats.org/presentationml/2006/main">
  <p:cSld>
    <p:bg>
      <p:bgPr>
        <a:solidFill xmlns:a="http://schemas.openxmlformats.org/drawingml/2006/main">
          <a:srgbClr val="201E59"/>
        </a:solidFill>
      </p:bgPr>
    </p:bg>
    <p:spTree>
      <p:nvGrpSpPr>
        <p:cNvPr id="1" name=""/>
        <p:cNvGrpSpPr/>
        <p:nvPr/>
      </p:nvGrpSpPr>
      <p:grpSpPr>
        <a:xfrm xmlns:a="http://schemas.openxmlformats.org/drawingml/2006/main"/>
      </p:grpSpPr>
      <p:sp>
        <p:nvSpPr>
          <p:cNvPr id="122" name="Google Shape;122;p6">
            <a:extLst xmlns:a="http://schemas.openxmlformats.org/drawingml/2006/main">
              <a:ext uri="{FF2B5EF4-FFF2-40B4-BE49-F238E27FC236}">
                <a16:creationId xmlns:a16="http://schemas.microsoft.com/office/drawing/2014/main" id="{1AB666D6-6767-96B8-A340-CF92F1C1DF4B}"/>
              </a:ext>
            </a:extLst>
          </p:cNvPr>
          <p:cNvSpPr>
            <a:spLocks xmlns:a="http://schemas.openxmlformats.org/drawingml/2006/main" noGrp="1"/>
          </p:cNvSpPr>
          <p:nvPr/>
        </p:nvSpPr>
        <p:spPr>
          <a:xfrm xmlns:a="http://schemas.openxmlformats.org/drawingml/2006/main">
            <a:off x="3257273" y="-647700"/>
            <a:ext cx="11773453" cy="11773453"/>
          </a:xfrm>
          <a:custGeom xmlns:a="http://schemas.openxmlformats.org/drawingml/2006/main">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xmlns:a="http://schemas.openxmlformats.org/drawingml/2006/main">
            <a:srgbClr val="000000">
              <a:alpha val="4313"/>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23" name="Google Shape;123;p6">
            <a:extLst xmlns:a="http://schemas.openxmlformats.org/drawingml/2006/main">
              <a:ext uri="{FF2B5EF4-FFF2-40B4-BE49-F238E27FC236}">
                <a16:creationId xmlns:a16="http://schemas.microsoft.com/office/drawing/2014/main" id="{6E0A01BC-5300-B966-02AA-0FC140A5339E}"/>
              </a:ext>
            </a:extLst>
          </p:cNvPr>
          <p:cNvSpPr>
            <a:spLocks xmlns:a="http://schemas.openxmlformats.org/drawingml/2006/main" noGrp="1"/>
          </p:cNvSpPr>
          <p:nvPr/>
        </p:nvSpPr>
        <p:spPr>
          <a:xfrm xmlns:a="http://schemas.openxmlformats.org/drawingml/2006/main">
            <a:off x="1028700" y="1428750"/>
            <a:ext cx="16192500" cy="14081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defPPr>
              <a:defRPr sz="8400" b="1">
                <a:solidFill>
                  <a:srgbClr val="FFFFFF"/>
                </a:solidFill>
              </a:defRPr>
            </a:defPPr>
            <a:lvl1pPr>
              <a:defRPr sz="8400" b="1">
                <a:solidFill>
                  <a:srgbClr val="FFFFFF"/>
                </a:solidFill>
              </a:defRPr>
            </a:lvl1pPr>
            <a:lvl2pPr>
              <a:defRPr sz="8400" b="1">
                <a:solidFill>
                  <a:srgbClr val="FFFFFF"/>
                </a:solidFill>
              </a:defRPr>
            </a:lvl2pPr>
            <a:lvl3pPr>
              <a:defRPr sz="8400" b="1">
                <a:solidFill>
                  <a:srgbClr val="FFFFFF"/>
                </a:solidFill>
              </a:defRPr>
            </a:lvl3pPr>
            <a:lvl4pPr>
              <a:defRPr sz="8400" b="1">
                <a:solidFill>
                  <a:srgbClr val="FFFFFF"/>
                </a:solidFill>
              </a:defRPr>
            </a:lvl4pPr>
            <a:lvl5pPr>
              <a:defRPr sz="8400" b="1">
                <a:solidFill>
                  <a:srgbClr val="FFFFFF"/>
                </a:solidFill>
              </a:defRPr>
            </a:lvl5pPr>
            <a:lvl6pPr>
              <a:defRPr sz="8400" b="1">
                <a:solidFill>
                  <a:srgbClr val="FFFFFF"/>
                </a:solidFill>
              </a:defRPr>
            </a:lvl6pPr>
            <a:lvl7pPr>
              <a:defRPr sz="8400" b="1">
                <a:solidFill>
                  <a:srgbClr val="FFFFFF"/>
                </a:solidFill>
              </a:defRPr>
            </a:lvl7pPr>
            <a:lvl8pPr>
              <a:defRPr sz="8400" b="1">
                <a:solidFill>
                  <a:srgbClr val="FFFFFF"/>
                </a:solidFill>
              </a:defRPr>
            </a:lvl8pPr>
            <a:lvl9pPr>
              <a:defRPr sz="8400" b="1">
                <a:solidFill>
                  <a:srgbClr val="FFFFFF"/>
                </a:solidFill>
              </a:defRPr>
            </a:lvl9pPr>
          </a:lstStyle>
          <a:p xmlns:a="http://schemas.openxmlformats.org/drawingml/2006/main">
            <a:pPr marL="0" marR="0" lvl="0" indent="0" algn="l">
              <a:lnSpc>
                <a:spcPct val="110000"/>
              </a:lnSpc>
              <a:spcBef>
                <a:spcPts val="0"/>
              </a:spcBef>
              <a:spcAft>
                <a:spcPts val="0"/>
              </a:spcAft>
              <a:buClr>
                <a:srgbClr val="000000"/>
              </a:buClr>
              <a:buSzPts val="14500"/>
              <a:buFont typeface="Arial"/>
              <a:buNone/>
              <a:defRPr sz="8400" b="1">
                <a:solidFill>
                  <a:srgbClr val="FFFFFF"/>
                </a:solidFill>
              </a:defRPr>
            </a:pPr>
            <a:r>
              <a:rPr sz="8400" b="1" i="0" u="none" strike="noStrike" cap="none">
                <a:solidFill>
                  <a:srgbClr val="FFFFFF"/>
                </a:solidFill>
                <a:latin typeface="Arial"/>
                <a:ea typeface="Arial"/>
                <a:cs typeface="Arial"/>
              </a:rPr>
              <a:t>Data and NLP workflow</a:t>
            </a:r>
          </a:p>
        </p:txBody>
      </p:sp>
      <p:sp>
        <p:nvSpPr>
          <p:cNvPr id="124" name="Google Shape;124;p6">
            <a:extLst xmlns:a="http://schemas.openxmlformats.org/drawingml/2006/main">
              <a:ext uri="{FF2B5EF4-FFF2-40B4-BE49-F238E27FC236}">
                <a16:creationId xmlns:a16="http://schemas.microsoft.com/office/drawing/2014/main" id="{B4969E2C-BBA4-13B7-DFF5-60333912AA5C}"/>
              </a:ext>
            </a:extLst>
          </p:cNvPr>
          <p:cNvSpPr>
            <a:spLocks xmlns:a="http://schemas.openxmlformats.org/drawingml/2006/main" noGrp="1"/>
          </p:cNvSpPr>
          <p:nvPr/>
        </p:nvSpPr>
        <p:spPr>
          <a:xfrm xmlns:a="http://schemas.openxmlformats.org/drawingml/2006/main">
            <a:off x="16626678" y="9258300"/>
            <a:ext cx="632622" cy="293306"/>
          </a:xfrm>
          <a:custGeom xmlns:a="http://schemas.openxmlformats.org/drawingml/2006/main">
            <a:rect l="l" t="t" r="r" b="b"/>
            <a:pathLst>
              <a:path w="632622" h="293306">
                <a:moveTo>
                  <a:pt x="0" y="0"/>
                </a:moveTo>
                <a:lnTo>
                  <a:pt x="632622" y="0"/>
                </a:lnTo>
                <a:lnTo>
                  <a:pt x="632622" y="293306"/>
                </a:lnTo>
                <a:lnTo>
                  <a:pt x="0" y="293306"/>
                </a:lnTo>
                <a:lnTo>
                  <a:pt x="0" y="0"/>
                </a:lnTo>
                <a:close/>
              </a:path>
            </a:pathLst>
          </a:custGeom>
          <a:blipFill xmlns:a="http://schemas.openxmlformats.org/drawingml/2006/main" rotWithShape="1">
            <a:blip xmlns:r="http://schemas.openxmlformats.org/officeDocument/2006/relationships" r:embed="R91681895a0a74330">
              <a:alphaModFix/>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25" name="Google Shape;125;p6">
            <a:extLst xmlns:a="http://schemas.openxmlformats.org/drawingml/2006/main">
              <a:ext uri="{FF2B5EF4-FFF2-40B4-BE49-F238E27FC236}">
                <a16:creationId xmlns:a16="http://schemas.microsoft.com/office/drawing/2014/main" id="{902AED03-78DC-A64B-AB26-B0DDA62626F6}"/>
              </a:ext>
            </a:extLst>
          </p:cNvPr>
          <p:cNvSpPr>
            <a:spLocks xmlns:a="http://schemas.openxmlformats.org/drawingml/2006/main" noGrp="1"/>
          </p:cNvSpPr>
          <p:nvPr/>
        </p:nvSpPr>
        <p:spPr>
          <a:xfrm xmlns:a="http://schemas.openxmlformats.org/drawingml/2006/main">
            <a:off x="1028700" y="5048250"/>
            <a:ext cx="16097250" cy="220849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defPPr>
              <a:defRPr sz="3450">
                <a:solidFill>
                  <a:srgbClr val="FFFFFF"/>
                </a:solidFill>
              </a:defRPr>
            </a:defPPr>
            <a:lvl1pPr>
              <a:defRPr sz="3450">
                <a:solidFill>
                  <a:srgbClr val="FFFFFF"/>
                </a:solidFill>
              </a:defRPr>
            </a:lvl1pPr>
            <a:lvl2pPr>
              <a:defRPr sz="3450">
                <a:solidFill>
                  <a:srgbClr val="FFFFFF"/>
                </a:solidFill>
              </a:defRPr>
            </a:lvl2pPr>
            <a:lvl3pPr>
              <a:defRPr sz="3450">
                <a:solidFill>
                  <a:srgbClr val="FFFFFF"/>
                </a:solidFill>
              </a:defRPr>
            </a:lvl3pPr>
            <a:lvl4pPr>
              <a:defRPr sz="3450">
                <a:solidFill>
                  <a:srgbClr val="FFFFFF"/>
                </a:solidFill>
              </a:defRPr>
            </a:lvl4pPr>
            <a:lvl5pPr>
              <a:defRPr sz="3450">
                <a:solidFill>
                  <a:srgbClr val="FFFFFF"/>
                </a:solidFill>
              </a:defRPr>
            </a:lvl5pPr>
            <a:lvl6pPr>
              <a:defRPr sz="3450">
                <a:solidFill>
                  <a:srgbClr val="FFFFFF"/>
                </a:solidFill>
              </a:defRPr>
            </a:lvl6pPr>
            <a:lvl7pPr>
              <a:defRPr sz="3450">
                <a:solidFill>
                  <a:srgbClr val="FFFFFF"/>
                </a:solidFill>
              </a:defRPr>
            </a:lvl7pPr>
            <a:lvl8pPr>
              <a:defRPr sz="3450">
                <a:solidFill>
                  <a:srgbClr val="FFFFFF"/>
                </a:solidFill>
              </a:defRPr>
            </a:lvl8pPr>
            <a:lvl9pPr>
              <a:defRPr sz="3450">
                <a:solidFill>
                  <a:srgbClr val="FFFFFF"/>
                </a:solidFill>
              </a:defRPr>
            </a:lvl9pPr>
          </a:lstStyle>
          <a:p xmlns:a="http://schemas.openxmlformats.org/drawingml/2006/main">
            <a:pPr>
              <a:lnSpc>
                <a:spcPct val="140014"/>
              </a:lnSpc>
              <a:buSzPts val="2799"/>
              <a:buNone/>
              <a:defRPr sz="3450">
                <a:solidFill>
                  <a:srgbClr val="FFFFFF"/>
                </a:solidFill>
              </a:defRPr>
            </a:pPr>
            <a:r>
              <a:rPr sz="3450" b="0" i="0" u="none" strike="noStrike" cap="none">
                <a:solidFill>
                  <a:srgbClr val="FFFFFF"/>
                </a:solidFill>
                <a:latin typeface="Arial"/>
                <a:ea typeface="Arial"/>
                <a:cs typeface="Arial"/>
              </a:rPr>
              <a:t>PDF reports → Text extraction → Structured tables → Dashboard</a:t>
            </a:r>
          </a:p>
          <a:p xmlns:a="http://schemas.openxmlformats.org/drawingml/2006/main">
            <a:pPr>
              <a:lnSpc>
                <a:spcPct val="140014"/>
              </a:lnSpc>
              <a:buSzPts val="2799"/>
              <a:buNone/>
              <a:defRPr sz="3450">
                <a:solidFill>
                  <a:srgbClr val="FFFFFF"/>
                </a:solidFill>
              </a:defRPr>
            </a:pPr>
            <a:r>
              <a:rPr sz="3450" b="0" i="0" u="none" strike="noStrike" cap="none">
                <a:solidFill>
                  <a:srgbClr val="FFFFFF"/>
                </a:solidFill>
                <a:latin typeface="Arial"/>
                <a:ea typeface="Arial"/>
                <a:cs typeface="Arial"/>
              </a:rPr>
              <a:t>Each observation retains edition, unit and PDF page</a:t>
            </a:r>
          </a:p>
          <a:p xmlns:a="http://schemas.openxmlformats.org/drawingml/2006/main">
            <a:pPr>
              <a:lnSpc>
                <a:spcPct val="140014"/>
              </a:lnSpc>
              <a:buSzPts val="2799"/>
              <a:buNone/>
              <a:defRPr sz="3450">
                <a:solidFill>
                  <a:srgbClr val="FFFFFF"/>
                </a:solidFill>
              </a:defRPr>
            </a:pPr>
            <a:r>
              <a:rPr sz="3450" b="0" i="0" u="none" strike="noStrike" cap="none">
                <a:solidFill>
                  <a:srgbClr val="FFFFFF"/>
                </a:solidFill>
                <a:latin typeface="Arial"/>
                <a:ea typeface="Arial"/>
                <a:cs typeface="Arial"/>
              </a:rPr>
              <a:t>TextRank selects source sentences; it does not generate new claims</a:t>
            </a:r>
          </a:p>
        </p:txBody>
      </p:sp>
      <p:pic>
        <p:nvPicPr>
          <p:cNvPr id="126" name="Google Shape;126;p6">
            <a:extLst xmlns:a="http://schemas.openxmlformats.org/drawingml/2006/main">
              <a:ext uri="{FF2B5EF4-FFF2-40B4-BE49-F238E27FC236}">
                <a16:creationId xmlns:a16="http://schemas.microsoft.com/office/drawing/2014/main" id="{EABEE20E-D8AE-41CC-9407-210EF08EDFA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b3d6d32286e4bca">
            <a:alphaModFix/>
          </a:blip>
          <a:srcRect xmlns:a="http://schemas.openxmlformats.org/drawingml/2006/main" l="15609" t="29934" r="16708" b="44852"/>
          <a:stretch xmlns:a="http://schemas.openxmlformats.org/drawingml/2006/main"/>
        </p:blipFill>
        <p:spPr>
          <a:xfrm xmlns:a="http://schemas.openxmlformats.org/drawingml/2006/main">
            <a:off x="13974933" y="468449"/>
            <a:ext cx="4313067" cy="160676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136965721"/>
      </p:ext>
    </p:extLst>
  </p:cSld>
</p:sld>
</file>

<file path=ppt/slides/slide6.xml><?xml version="1.0" encoding="utf-8"?>
<p:sld xmlns:p="http://schemas.openxmlformats.org/presentationml/2006/main">
  <p:cSld>
    <p:bg>
      <p:bgPr>
        <a:solidFill xmlns:a="http://schemas.openxmlformats.org/drawingml/2006/main">
          <a:srgbClr val="201E59"/>
        </a:solidFill>
      </p:bgPr>
    </p:bg>
    <p:spTree>
      <p:nvGrpSpPr>
        <p:cNvPr id="1" name=""/>
        <p:cNvGrpSpPr/>
        <p:nvPr/>
      </p:nvGrpSpPr>
      <p:grpSpPr>
        <a:xfrm xmlns:a="http://schemas.openxmlformats.org/drawingml/2006/main"/>
      </p:grpSpPr>
      <p:sp>
        <p:nvSpPr>
          <p:cNvPr id="122" name="Google Shape;122;p6">
            <a:extLst xmlns:a="http://schemas.openxmlformats.org/drawingml/2006/main">
              <a:ext uri="{FF2B5EF4-FFF2-40B4-BE49-F238E27FC236}">
                <a16:creationId xmlns:a16="http://schemas.microsoft.com/office/drawing/2014/main" id="{AA632676-3C39-087B-4B77-8CC6FA22F2CF}"/>
              </a:ext>
            </a:extLst>
          </p:cNvPr>
          <p:cNvSpPr>
            <a:spLocks xmlns:a="http://schemas.openxmlformats.org/drawingml/2006/main" noGrp="1"/>
          </p:cNvSpPr>
          <p:nvPr/>
        </p:nvSpPr>
        <p:spPr>
          <a:xfrm xmlns:a="http://schemas.openxmlformats.org/drawingml/2006/main">
            <a:off x="3257273" y="-647700"/>
            <a:ext cx="11773453" cy="11773453"/>
          </a:xfrm>
          <a:custGeom xmlns:a="http://schemas.openxmlformats.org/drawingml/2006/main">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xmlns:a="http://schemas.openxmlformats.org/drawingml/2006/main">
            <a:srgbClr val="000000">
              <a:alpha val="4313"/>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23" name="Google Shape;123;p6">
            <a:extLst xmlns:a="http://schemas.openxmlformats.org/drawingml/2006/main">
              <a:ext uri="{FF2B5EF4-FFF2-40B4-BE49-F238E27FC236}">
                <a16:creationId xmlns:a16="http://schemas.microsoft.com/office/drawing/2014/main" id="{5543FEB8-C9A3-CFE8-3CDC-5891FAAF82D9}"/>
              </a:ext>
            </a:extLst>
          </p:cNvPr>
          <p:cNvSpPr>
            <a:spLocks xmlns:a="http://schemas.openxmlformats.org/drawingml/2006/main" noGrp="1"/>
          </p:cNvSpPr>
          <p:nvPr/>
        </p:nvSpPr>
        <p:spPr>
          <a:xfrm xmlns:a="http://schemas.openxmlformats.org/drawingml/2006/main">
            <a:off x="1028700" y="1428750"/>
            <a:ext cx="16192500" cy="14081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defPPr>
              <a:defRPr sz="8400" b="1">
                <a:solidFill>
                  <a:srgbClr val="FFFFFF"/>
                </a:solidFill>
              </a:defRPr>
            </a:defPPr>
            <a:lvl1pPr>
              <a:defRPr sz="8400" b="1">
                <a:solidFill>
                  <a:srgbClr val="FFFFFF"/>
                </a:solidFill>
              </a:defRPr>
            </a:lvl1pPr>
            <a:lvl2pPr>
              <a:defRPr sz="8400" b="1">
                <a:solidFill>
                  <a:srgbClr val="FFFFFF"/>
                </a:solidFill>
              </a:defRPr>
            </a:lvl2pPr>
            <a:lvl3pPr>
              <a:defRPr sz="8400" b="1">
                <a:solidFill>
                  <a:srgbClr val="FFFFFF"/>
                </a:solidFill>
              </a:defRPr>
            </a:lvl3pPr>
            <a:lvl4pPr>
              <a:defRPr sz="8400" b="1">
                <a:solidFill>
                  <a:srgbClr val="FFFFFF"/>
                </a:solidFill>
              </a:defRPr>
            </a:lvl4pPr>
            <a:lvl5pPr>
              <a:defRPr sz="8400" b="1">
                <a:solidFill>
                  <a:srgbClr val="FFFFFF"/>
                </a:solidFill>
              </a:defRPr>
            </a:lvl5pPr>
            <a:lvl6pPr>
              <a:defRPr sz="8400" b="1">
                <a:solidFill>
                  <a:srgbClr val="FFFFFF"/>
                </a:solidFill>
              </a:defRPr>
            </a:lvl6pPr>
            <a:lvl7pPr>
              <a:defRPr sz="8400" b="1">
                <a:solidFill>
                  <a:srgbClr val="FFFFFF"/>
                </a:solidFill>
              </a:defRPr>
            </a:lvl7pPr>
            <a:lvl8pPr>
              <a:defRPr sz="8400" b="1">
                <a:solidFill>
                  <a:srgbClr val="FFFFFF"/>
                </a:solidFill>
              </a:defRPr>
            </a:lvl8pPr>
            <a:lvl9pPr>
              <a:defRPr sz="8400" b="1">
                <a:solidFill>
                  <a:srgbClr val="FFFFFF"/>
                </a:solidFill>
              </a:defRPr>
            </a:lvl9pPr>
          </a:lstStyle>
          <a:p xmlns:a="http://schemas.openxmlformats.org/drawingml/2006/main">
            <a:pPr marL="0" marR="0" lvl="0" indent="0" algn="l">
              <a:lnSpc>
                <a:spcPct val="110000"/>
              </a:lnSpc>
              <a:spcBef>
                <a:spcPts val="0"/>
              </a:spcBef>
              <a:spcAft>
                <a:spcPts val="0"/>
              </a:spcAft>
              <a:buClr>
                <a:srgbClr val="000000"/>
              </a:buClr>
              <a:buSzPts val="14500"/>
              <a:buFont typeface="Arial"/>
              <a:buNone/>
              <a:defRPr sz="8400" b="1">
                <a:solidFill>
                  <a:srgbClr val="FFFFFF"/>
                </a:solidFill>
              </a:defRPr>
            </a:pPr>
            <a:r>
              <a:rPr sz="8400" b="1" i="0" u="none" strike="noStrike" cap="none">
                <a:solidFill>
                  <a:srgbClr val="FFFFFF"/>
                </a:solidFill>
                <a:latin typeface="Arial"/>
                <a:ea typeface="Arial"/>
                <a:cs typeface="Arial"/>
              </a:rPr>
              <a:t>Forecast evaluation</a:t>
            </a:r>
          </a:p>
        </p:txBody>
      </p:sp>
      <p:sp>
        <p:nvSpPr>
          <p:cNvPr id="124" name="Google Shape;124;p6">
            <a:extLst xmlns:a="http://schemas.openxmlformats.org/drawingml/2006/main">
              <a:ext uri="{FF2B5EF4-FFF2-40B4-BE49-F238E27FC236}">
                <a16:creationId xmlns:a16="http://schemas.microsoft.com/office/drawing/2014/main" id="{0B363FDB-ED99-3733-73CA-1F3D00D1F72F}"/>
              </a:ext>
            </a:extLst>
          </p:cNvPr>
          <p:cNvSpPr>
            <a:spLocks xmlns:a="http://schemas.openxmlformats.org/drawingml/2006/main" noGrp="1"/>
          </p:cNvSpPr>
          <p:nvPr/>
        </p:nvSpPr>
        <p:spPr>
          <a:xfrm xmlns:a="http://schemas.openxmlformats.org/drawingml/2006/main">
            <a:off x="16626678" y="9258300"/>
            <a:ext cx="632622" cy="293306"/>
          </a:xfrm>
          <a:custGeom xmlns:a="http://schemas.openxmlformats.org/drawingml/2006/main">
            <a:rect l="l" t="t" r="r" b="b"/>
            <a:pathLst>
              <a:path w="632622" h="293306">
                <a:moveTo>
                  <a:pt x="0" y="0"/>
                </a:moveTo>
                <a:lnTo>
                  <a:pt x="632622" y="0"/>
                </a:lnTo>
                <a:lnTo>
                  <a:pt x="632622" y="293306"/>
                </a:lnTo>
                <a:lnTo>
                  <a:pt x="0" y="293306"/>
                </a:lnTo>
                <a:lnTo>
                  <a:pt x="0" y="0"/>
                </a:lnTo>
                <a:close/>
              </a:path>
            </a:pathLst>
          </a:custGeom>
          <a:blipFill xmlns:a="http://schemas.openxmlformats.org/drawingml/2006/main" rotWithShape="1">
            <a:blip xmlns:r="http://schemas.openxmlformats.org/officeDocument/2006/relationships" r:embed="R08599491bf4f4787">
              <a:alphaModFix/>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25" name="Google Shape;125;p6">
            <a:extLst xmlns:a="http://schemas.openxmlformats.org/drawingml/2006/main">
              <a:ext uri="{FF2B5EF4-FFF2-40B4-BE49-F238E27FC236}">
                <a16:creationId xmlns:a16="http://schemas.microsoft.com/office/drawing/2014/main" id="{4A3A7A4C-BA7A-C1BD-821B-9C1B29702D3D}"/>
              </a:ext>
            </a:extLst>
          </p:cNvPr>
          <p:cNvSpPr>
            <a:spLocks xmlns:a="http://schemas.openxmlformats.org/drawingml/2006/main" noGrp="1"/>
          </p:cNvSpPr>
          <p:nvPr/>
        </p:nvSpPr>
        <p:spPr>
          <a:xfrm xmlns:a="http://schemas.openxmlformats.org/drawingml/2006/main">
            <a:off x="1028700" y="5048250"/>
            <a:ext cx="16097250" cy="29446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defPPr>
              <a:defRPr sz="3450">
                <a:solidFill>
                  <a:srgbClr val="FFFFFF"/>
                </a:solidFill>
              </a:defRPr>
            </a:defPPr>
            <a:lvl1pPr>
              <a:defRPr sz="3450">
                <a:solidFill>
                  <a:srgbClr val="FFFFFF"/>
                </a:solidFill>
              </a:defRPr>
            </a:lvl1pPr>
            <a:lvl2pPr>
              <a:defRPr sz="3450">
                <a:solidFill>
                  <a:srgbClr val="FFFFFF"/>
                </a:solidFill>
              </a:defRPr>
            </a:lvl2pPr>
            <a:lvl3pPr>
              <a:defRPr sz="3450">
                <a:solidFill>
                  <a:srgbClr val="FFFFFF"/>
                </a:solidFill>
              </a:defRPr>
            </a:lvl3pPr>
            <a:lvl4pPr>
              <a:defRPr sz="3450">
                <a:solidFill>
                  <a:srgbClr val="FFFFFF"/>
                </a:solidFill>
              </a:defRPr>
            </a:lvl4pPr>
            <a:lvl5pPr>
              <a:defRPr sz="3450">
                <a:solidFill>
                  <a:srgbClr val="FFFFFF"/>
                </a:solidFill>
              </a:defRPr>
            </a:lvl5pPr>
            <a:lvl6pPr>
              <a:defRPr sz="3450">
                <a:solidFill>
                  <a:srgbClr val="FFFFFF"/>
                </a:solidFill>
              </a:defRPr>
            </a:lvl6pPr>
            <a:lvl7pPr>
              <a:defRPr sz="3450">
                <a:solidFill>
                  <a:srgbClr val="FFFFFF"/>
                </a:solidFill>
              </a:defRPr>
            </a:lvl7pPr>
            <a:lvl8pPr>
              <a:defRPr sz="3450">
                <a:solidFill>
                  <a:srgbClr val="FFFFFF"/>
                </a:solidFill>
              </a:defRPr>
            </a:lvl8pPr>
            <a:lvl9pPr>
              <a:defRPr sz="3450">
                <a:solidFill>
                  <a:srgbClr val="FFFFFF"/>
                </a:solidFill>
              </a:defRPr>
            </a:lvl9pPr>
          </a:lstStyle>
          <a:p xmlns:a="http://schemas.openxmlformats.org/drawingml/2006/main">
            <a:pPr>
              <a:lnSpc>
                <a:spcPct val="140014"/>
              </a:lnSpc>
              <a:buSzPts val="2799"/>
              <a:buNone/>
              <a:defRPr sz="3450">
                <a:solidFill>
                  <a:srgbClr val="FFFFFF"/>
                </a:solidFill>
              </a:defRPr>
            </a:pPr>
            <a:r>
              <a:rPr sz="3450" b="0" i="0" u="none" strike="noStrike" cap="none">
                <a:solidFill>
                  <a:srgbClr val="FFFFFF"/>
                </a:solidFill>
                <a:latin typeface="Arial"/>
                <a:ea typeface="Arial"/>
                <a:cs typeface="Arial"/>
              </a:rPr>
              <a:t>Compare last observation, linear trend and damped trend</a:t>
            </a:r>
          </a:p>
          <a:p xmlns:a="http://schemas.openxmlformats.org/drawingml/2006/main">
            <a:pPr>
              <a:lnSpc>
                <a:spcPct val="140014"/>
              </a:lnSpc>
              <a:buSzPts val="2799"/>
              <a:buNone/>
              <a:defRPr sz="3450">
                <a:solidFill>
                  <a:srgbClr val="FFFFFF"/>
                </a:solidFill>
              </a:defRPr>
            </a:pPr>
            <a:r>
              <a:rPr sz="3450" b="0" i="0" u="none" strike="noStrike" cap="none">
                <a:solidFill>
                  <a:srgbClr val="FFFFFF"/>
                </a:solidFill>
                <a:latin typeface="Arial"/>
                <a:ea typeface="Arial"/>
                <a:cs typeface="Arial"/>
              </a:rPr>
              <a:t>Select on 2018–2020; test separately on 2021–2023</a:t>
            </a:r>
          </a:p>
          <a:p xmlns:a="http://schemas.openxmlformats.org/drawingml/2006/main">
            <a:pPr>
              <a:lnSpc>
                <a:spcPct val="140014"/>
              </a:lnSpc>
              <a:buSzPts val="2799"/>
              <a:buNone/>
              <a:defRPr sz="3450">
                <a:solidFill>
                  <a:srgbClr val="FFFFFF"/>
                </a:solidFill>
              </a:defRPr>
            </a:pPr>
            <a:r>
              <a:rPr sz="3450" b="0" i="0" u="none" strike="noStrike" cap="none">
                <a:solidFill>
                  <a:srgbClr val="FFFFFF"/>
                </a:solidFill>
                <a:latin typeface="Arial"/>
                <a:ea typeface="Arial"/>
                <a:cs typeface="Arial"/>
              </a:rPr>
              <a:t>Total-mail MAE: 4.49 billion; baseline: 4.40 billion</a:t>
            </a:r>
          </a:p>
          <a:p xmlns:a="http://schemas.openxmlformats.org/drawingml/2006/main">
            <a:pPr>
              <a:lnSpc>
                <a:spcPct val="140014"/>
              </a:lnSpc>
              <a:buSzPts val="2799"/>
              <a:buNone/>
              <a:defRPr sz="3450">
                <a:solidFill>
                  <a:srgbClr val="FFFFFF"/>
                </a:solidFill>
              </a:defRPr>
            </a:pPr>
            <a:r>
              <a:rPr sz="3450" b="0" i="0" u="none" strike="noStrike" cap="none">
                <a:solidFill>
                  <a:srgbClr val="FFFFFF"/>
                </a:solidFill>
                <a:latin typeface="Arial"/>
                <a:ea typeface="Arial"/>
                <a:cs typeface="Arial"/>
              </a:rPr>
              <a:t>Exploratory projections use data through 2023</a:t>
            </a:r>
          </a:p>
        </p:txBody>
      </p:sp>
      <p:pic>
        <p:nvPicPr>
          <p:cNvPr id="126" name="Google Shape;126;p6">
            <a:extLst xmlns:a="http://schemas.openxmlformats.org/drawingml/2006/main">
              <a:ext uri="{FF2B5EF4-FFF2-40B4-BE49-F238E27FC236}">
                <a16:creationId xmlns:a16="http://schemas.microsoft.com/office/drawing/2014/main" id="{4F2FC075-D71F-4103-9B90-F7E0B2CC4C4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2ce9cb8f5e94e89">
            <a:alphaModFix/>
          </a:blip>
          <a:srcRect xmlns:a="http://schemas.openxmlformats.org/drawingml/2006/main" l="15609" t="29934" r="16708" b="44852"/>
          <a:stretch xmlns:a="http://schemas.openxmlformats.org/drawingml/2006/main"/>
        </p:blipFill>
        <p:spPr>
          <a:xfrm xmlns:a="http://schemas.openxmlformats.org/drawingml/2006/main">
            <a:off x="13974933" y="468449"/>
            <a:ext cx="4313067" cy="160676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204196883"/>
      </p:ext>
    </p:extLst>
  </p:cSld>
</p:sld>
</file>

<file path=ppt/slides/slide7.xml><?xml version="1.0" encoding="utf-8"?>
<p:sld xmlns:p="http://schemas.openxmlformats.org/presentationml/2006/main">
  <p:cSld>
    <p:bg>
      <p:bgPr>
        <a:solidFill xmlns:a="http://schemas.openxmlformats.org/drawingml/2006/main">
          <a:srgbClr val="201E59"/>
        </a:solidFill>
      </p:bgPr>
    </p:bg>
    <p:spTree>
      <p:nvGrpSpPr>
        <p:cNvPr id="1" name=""/>
        <p:cNvGrpSpPr/>
        <p:nvPr/>
      </p:nvGrpSpPr>
      <p:grpSpPr>
        <a:xfrm xmlns:a="http://schemas.openxmlformats.org/drawingml/2006/main"/>
      </p:grpSpPr>
      <p:sp>
        <p:nvSpPr>
          <p:cNvPr id="158" name="Google Shape;158;p9">
            <a:extLst xmlns:a="http://schemas.openxmlformats.org/drawingml/2006/main">
              <a:ext uri="{FF2B5EF4-FFF2-40B4-BE49-F238E27FC236}">
                <a16:creationId xmlns:a16="http://schemas.microsoft.com/office/drawing/2014/main" id="{0BED91CA-D543-4474-AC4C-753625A24E9A}"/>
              </a:ext>
            </a:extLst>
          </p:cNvPr>
          <p:cNvSpPr>
            <a:spLocks xmlns:a="http://schemas.openxmlformats.org/drawingml/2006/main" noGrp="1"/>
          </p:cNvSpPr>
          <p:nvPr/>
        </p:nvSpPr>
        <p:spPr>
          <a:xfrm xmlns:a="http://schemas.openxmlformats.org/drawingml/2006/main">
            <a:off x="6643163" y="2727066"/>
            <a:ext cx="5001675" cy="4832868"/>
          </a:xfrm>
          <a:custGeom xmlns:a="http://schemas.openxmlformats.org/drawingml/2006/main">
            <a:rect l="l" t="t" r="r" b="b"/>
            <a:pathLst>
              <a:path w="5001675" h="4832868">
                <a:moveTo>
                  <a:pt x="0" y="0"/>
                </a:moveTo>
                <a:lnTo>
                  <a:pt x="5001674" y="0"/>
                </a:lnTo>
                <a:lnTo>
                  <a:pt x="5001674" y="4832868"/>
                </a:lnTo>
                <a:lnTo>
                  <a:pt x="0" y="4832868"/>
                </a:lnTo>
                <a:lnTo>
                  <a:pt x="0" y="0"/>
                </a:lnTo>
                <a:close/>
              </a:path>
            </a:pathLst>
          </a:custGeom>
          <a:blipFill xmlns:a="http://schemas.openxmlformats.org/drawingml/2006/main" rotWithShape="1">
            <a:blip xmlns:r="http://schemas.openxmlformats.org/officeDocument/2006/relationships" r:embed="Rb631975353a148f7">
              <a:alphaModFix amt="5000"/>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59" name="Google Shape;159;p9">
            <a:extLst xmlns:a="http://schemas.openxmlformats.org/drawingml/2006/main">
              <a:ext uri="{FF2B5EF4-FFF2-40B4-BE49-F238E27FC236}">
                <a16:creationId xmlns:a16="http://schemas.microsoft.com/office/drawing/2014/main" id="{74EE505A-CEB7-43F7-8E5B-ED0A6483863F}"/>
              </a:ext>
            </a:extLst>
          </p:cNvPr>
          <p:cNvSpPr>
            <a:spLocks xmlns:a="http://schemas.openxmlformats.org/drawingml/2006/main" noGrp="1"/>
          </p:cNvSpPr>
          <p:nvPr/>
        </p:nvSpPr>
        <p:spPr>
          <a:xfrm xmlns:a="http://schemas.openxmlformats.org/drawingml/2006/main">
            <a:off x="1028700" y="1428750"/>
            <a:ext cx="16192500" cy="11521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defPPr>
              <a:defRPr sz="8400" b="1">
                <a:solidFill>
                  <a:srgbClr val="FFFFFF"/>
                </a:solidFill>
              </a:defRPr>
            </a:defPPr>
            <a:lvl1pPr>
              <a:defRPr sz="8400" b="1">
                <a:solidFill>
                  <a:srgbClr val="FFFFFF"/>
                </a:solidFill>
              </a:defRPr>
            </a:lvl1pPr>
            <a:lvl2pPr>
              <a:defRPr sz="8400" b="1">
                <a:solidFill>
                  <a:srgbClr val="FFFFFF"/>
                </a:solidFill>
              </a:defRPr>
            </a:lvl2pPr>
            <a:lvl3pPr>
              <a:defRPr sz="8400" b="1">
                <a:solidFill>
                  <a:srgbClr val="FFFFFF"/>
                </a:solidFill>
              </a:defRPr>
            </a:lvl3pPr>
            <a:lvl4pPr>
              <a:defRPr sz="8400" b="1">
                <a:solidFill>
                  <a:srgbClr val="FFFFFF"/>
                </a:solidFill>
              </a:defRPr>
            </a:lvl4pPr>
            <a:lvl5pPr>
              <a:defRPr sz="8400" b="1">
                <a:solidFill>
                  <a:srgbClr val="FFFFFF"/>
                </a:solidFill>
              </a:defRPr>
            </a:lvl5pPr>
            <a:lvl6pPr>
              <a:defRPr sz="8400" b="1">
                <a:solidFill>
                  <a:srgbClr val="FFFFFF"/>
                </a:solidFill>
              </a:defRPr>
            </a:lvl6pPr>
            <a:lvl7pPr>
              <a:defRPr sz="8400" b="1">
                <a:solidFill>
                  <a:srgbClr val="FFFFFF"/>
                </a:solidFill>
              </a:defRPr>
            </a:lvl7pPr>
            <a:lvl8pPr>
              <a:defRPr sz="8400" b="1">
                <a:solidFill>
                  <a:srgbClr val="FFFFFF"/>
                </a:solidFill>
              </a:defRPr>
            </a:lvl8pPr>
            <a:lvl9pPr>
              <a:defRPr sz="8400" b="1">
                <a:solidFill>
                  <a:srgbClr val="FFFFFF"/>
                </a:solidFill>
              </a:defRPr>
            </a:lvl9pPr>
          </a:lstStyle>
          <a:p xmlns:a="http://schemas.openxmlformats.org/drawingml/2006/main">
            <a:pPr>
              <a:lnSpc>
                <a:spcPct val="90000"/>
              </a:lnSpc>
              <a:buSzPts val="14500"/>
              <a:buNone/>
              <a:defRPr sz="8400" b="1">
                <a:solidFill>
                  <a:srgbClr val="FFFFFF"/>
                </a:solidFill>
              </a:defRPr>
            </a:pPr>
            <a:r>
              <a:rPr sz="8400" b="1" i="0" u="none" strike="noStrike" cap="none">
                <a:solidFill>
                  <a:srgbClr val="FFFFFF"/>
                </a:solidFill>
                <a:latin typeface="Arial"/>
                <a:ea typeface="Arial"/>
                <a:cs typeface="Arial"/>
              </a:rPr>
              <a:t>Application demo</a:t>
            </a:r>
            <a:endParaRPr sz="1400" b="0" i="0" u="none" strike="noStrike" cap="none">
              <a:solidFill>
                <a:srgbClr val="000000"/>
              </a:solidFill>
              <a:latin typeface="Arial"/>
              <a:ea typeface="Arial"/>
              <a:cs typeface="Arial"/>
            </a:endParaRPr>
          </a:p>
        </p:txBody>
      </p:sp>
      <p:sp>
        <p:nvSpPr>
          <p:cNvPr id="160" name="Google Shape;160;p9">
            <a:extLst xmlns:a="http://schemas.openxmlformats.org/drawingml/2006/main">
              <a:ext uri="{FF2B5EF4-FFF2-40B4-BE49-F238E27FC236}">
                <a16:creationId xmlns:a16="http://schemas.microsoft.com/office/drawing/2014/main" id="{3B4D815F-769E-46B5-9633-890B2790E705}"/>
              </a:ext>
            </a:extLst>
          </p:cNvPr>
          <p:cNvSpPr>
            <a:spLocks xmlns:a="http://schemas.openxmlformats.org/drawingml/2006/main" noGrp="1"/>
          </p:cNvSpPr>
          <p:nvPr/>
        </p:nvSpPr>
        <p:spPr>
          <a:xfrm xmlns:a="http://schemas.openxmlformats.org/drawingml/2006/main">
            <a:off x="1028700" y="8715375"/>
            <a:ext cx="16192500" cy="629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defPPr>
              <a:defRPr sz="2850">
                <a:solidFill>
                  <a:srgbClr val="FFFFFF"/>
                </a:solidFill>
              </a:defRPr>
            </a:defPPr>
            <a:lvl1pPr>
              <a:defRPr sz="2850">
                <a:solidFill>
                  <a:srgbClr val="FFFFFF"/>
                </a:solidFill>
              </a:defRPr>
            </a:lvl1pPr>
            <a:lvl2pPr>
              <a:defRPr sz="2850">
                <a:solidFill>
                  <a:srgbClr val="FFFFFF"/>
                </a:solidFill>
              </a:defRPr>
            </a:lvl2pPr>
            <a:lvl3pPr>
              <a:defRPr sz="2850">
                <a:solidFill>
                  <a:srgbClr val="FFFFFF"/>
                </a:solidFill>
              </a:defRPr>
            </a:lvl3pPr>
            <a:lvl4pPr>
              <a:defRPr sz="2850">
                <a:solidFill>
                  <a:srgbClr val="FFFFFF"/>
                </a:solidFill>
              </a:defRPr>
            </a:lvl4pPr>
            <a:lvl5pPr>
              <a:defRPr sz="2850">
                <a:solidFill>
                  <a:srgbClr val="FFFFFF"/>
                </a:solidFill>
              </a:defRPr>
            </a:lvl5pPr>
            <a:lvl6pPr>
              <a:defRPr sz="2850">
                <a:solidFill>
                  <a:srgbClr val="FFFFFF"/>
                </a:solidFill>
              </a:defRPr>
            </a:lvl6pPr>
            <a:lvl7pPr>
              <a:defRPr sz="2850">
                <a:solidFill>
                  <a:srgbClr val="FFFFFF"/>
                </a:solidFill>
              </a:defRPr>
            </a:lvl7pPr>
            <a:lvl8pPr>
              <a:defRPr sz="2850">
                <a:solidFill>
                  <a:srgbClr val="FFFFFF"/>
                </a:solidFill>
              </a:defRPr>
            </a:lvl8pPr>
            <a:lvl9pPr>
              <a:defRPr sz="2850">
                <a:solidFill>
                  <a:srgbClr val="FFFFFF"/>
                </a:solidFill>
              </a:defRPr>
            </a:lvl9pPr>
          </a:lstStyle>
          <a:p xmlns:a="http://schemas.openxmlformats.org/drawingml/2006/main">
            <a:pPr marL="302259" marR="0" lvl="1" algn="l">
              <a:lnSpc>
                <a:spcPct val="145016"/>
              </a:lnSpc>
              <a:spcBef>
                <a:spcPts val="0"/>
              </a:spcBef>
              <a:spcAft>
                <a:spcPts val="0"/>
              </a:spcAft>
              <a:buClr>
                <a:srgbClr val="FFFFFF"/>
              </a:buClr>
              <a:buSzPts val="2799"/>
              <a:buNone/>
              <a:defRPr sz="2850">
                <a:solidFill>
                  <a:srgbClr val="FFFFFF"/>
                </a:solidFill>
              </a:defRPr>
            </a:pPr>
            <a:r>
              <a:rPr sz="2850" b="0" i="0" u="none" strike="noStrike" cap="none">
                <a:solidFill>
                  <a:srgbClr val="FFFFFF"/>
                </a:solidFill>
                <a:latin typeface="Arial"/>
                <a:ea typeface="Arial"/>
                <a:cs typeface="Arial"/>
              </a:rPr>
              <a:t>Live route: Trends → Households → Report insights → Forecast lab</a:t>
            </a:r>
          </a:p>
        </p:txBody>
      </p:sp>
      <p:sp>
        <p:nvSpPr>
          <p:cNvPr id="161" name="Google Shape;161;p9">
            <a:extLst xmlns:a="http://schemas.openxmlformats.org/drawingml/2006/main">
              <a:ext uri="{FF2B5EF4-FFF2-40B4-BE49-F238E27FC236}">
                <a16:creationId xmlns:a16="http://schemas.microsoft.com/office/drawing/2014/main" id="{2CF8BE40-FAFD-4989-B049-1A086A897DAF}"/>
              </a:ext>
            </a:extLst>
          </p:cNvPr>
          <p:cNvSpPr>
            <a:spLocks xmlns:a="http://schemas.openxmlformats.org/drawingml/2006/main" noGrp="1"/>
          </p:cNvSpPr>
          <p:nvPr/>
        </p:nvSpPr>
        <p:spPr>
          <a:xfrm xmlns:a="http://schemas.openxmlformats.org/drawingml/2006/main">
            <a:off x="16626678" y="9258300"/>
            <a:ext cx="632622" cy="293306"/>
          </a:xfrm>
          <a:custGeom xmlns:a="http://schemas.openxmlformats.org/drawingml/2006/main">
            <a:rect l="l" t="t" r="r" b="b"/>
            <a:pathLst>
              <a:path w="632622" h="293306">
                <a:moveTo>
                  <a:pt x="0" y="0"/>
                </a:moveTo>
                <a:lnTo>
                  <a:pt x="632622" y="0"/>
                </a:lnTo>
                <a:lnTo>
                  <a:pt x="632622" y="293306"/>
                </a:lnTo>
                <a:lnTo>
                  <a:pt x="0" y="293306"/>
                </a:lnTo>
                <a:lnTo>
                  <a:pt x="0" y="0"/>
                </a:lnTo>
                <a:close/>
              </a:path>
            </a:pathLst>
          </a:custGeom>
          <a:blipFill xmlns:a="http://schemas.openxmlformats.org/drawingml/2006/main" rotWithShape="1">
            <a:blip xmlns:r="http://schemas.openxmlformats.org/officeDocument/2006/relationships" r:embed="R5b6661243df146bd">
              <a:alphaModFix/>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pic>
        <p:nvPicPr>
          <p:cNvPr id="162" name="Google Shape;162;p9">
            <a:extLst xmlns:a="http://schemas.openxmlformats.org/drawingml/2006/main">
              <a:ext uri="{FF2B5EF4-FFF2-40B4-BE49-F238E27FC236}">
                <a16:creationId xmlns:a16="http://schemas.microsoft.com/office/drawing/2014/main" id="{F42D3D85-D46F-47F7-A979-9BEE3AD7BA2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acd73a44f044002">
            <a:alphaModFix/>
          </a:blip>
          <a:srcRect xmlns:a="http://schemas.openxmlformats.org/drawingml/2006/main" l="15609" t="29934" r="16708" b="44852"/>
          <a:stretch xmlns:a="http://schemas.openxmlformats.org/drawingml/2006/main"/>
        </p:blipFill>
        <p:spPr>
          <a:xfrm xmlns:a="http://schemas.openxmlformats.org/drawingml/2006/main">
            <a:off x="13974933" y="162624"/>
            <a:ext cx="4313066" cy="1606764"/>
          </a:xfrm>
          <a:prstGeom xmlns:a="http://schemas.openxmlformats.org/drawingml/2006/main" prst="rect">
            <a:avLst/>
          </a:prstGeom>
          <a:ln xmlns:a="http://schemas.openxmlformats.org/drawingml/2006/main">
            <a:noFill/>
          </a:ln>
        </p:spPr>
      </p:pic>
      <p:pic>
        <p:nvPicPr>
          <p:cNvPr id="163" name="">
            <a:extLst xmlns:a="http://schemas.openxmlformats.org/drawingml/2006/main">
              <a:ext uri="{FF2B5EF4-FFF2-40B4-BE49-F238E27FC236}">
                <a16:creationId xmlns:a16="http://schemas.microsoft.com/office/drawing/2014/main" id="{459F2D23-839C-4E4C-A5BE-B0F715D47AFD}"/>
              </a:ext>
            </a:extLst>
          </p:cNvPr>
          <p:cNvPicPr>
            <a:picLocks xmlns:a="http://schemas.openxmlformats.org/drawingml/2006/main" noChangeAspect="1"/>
          </p:cNvPicPr>
          <p:nvPr/>
        </p:nvPicPr>
        <p:blipFill>
          <a:blip xmlns:r="http://schemas.openxmlformats.org/officeDocument/2006/relationships" xmlns:a="http://schemas.openxmlformats.org/drawingml/2006/main" r:embed="Ra26c2fd051ed41cd"/>
          <a:stretch xmlns:a="http://schemas.openxmlformats.org/drawingml/2006/main"/>
        </p:blipFill>
        <p:spPr>
          <a:xfrm xmlns:a="http://schemas.openxmlformats.org/drawingml/2006/main">
            <a:off x="1534846" y="3238500"/>
            <a:ext cx="6607708" cy="5238750"/>
          </a:xfrm>
          <a:prstGeom xmlns:a="http://schemas.openxmlformats.org/drawingml/2006/main" prst="rect">
            <a:avLst/>
          </a:prstGeom>
        </p:spPr>
      </p:pic>
      <p:pic>
        <p:nvPicPr>
          <p:cNvPr id="164" name="">
            <a:extLst xmlns:a="http://schemas.openxmlformats.org/drawingml/2006/main">
              <a:ext uri="{FF2B5EF4-FFF2-40B4-BE49-F238E27FC236}">
                <a16:creationId xmlns:a16="http://schemas.microsoft.com/office/drawing/2014/main" id="{A0F5149B-12E5-4CBD-A3AF-9530745BC32E}"/>
              </a:ext>
            </a:extLst>
          </p:cNvPr>
          <p:cNvPicPr>
            <a:picLocks xmlns:a="http://schemas.openxmlformats.org/drawingml/2006/main" noChangeAspect="1"/>
          </p:cNvPicPr>
          <p:nvPr/>
        </p:nvPicPr>
        <p:blipFill>
          <a:blip xmlns:r="http://schemas.openxmlformats.org/officeDocument/2006/relationships" xmlns:a="http://schemas.openxmlformats.org/drawingml/2006/main" r:embed="R70ecec4508a04f14"/>
          <a:stretch xmlns:a="http://schemas.openxmlformats.org/drawingml/2006/main"/>
        </p:blipFill>
        <p:spPr>
          <a:xfrm xmlns:a="http://schemas.openxmlformats.org/drawingml/2006/main">
            <a:off x="9420277" y="3238500"/>
            <a:ext cx="7067447" cy="5238750"/>
          </a:xfrm>
          <a:prstGeom xmlns:a="http://schemas.openxmlformats.org/drawingml/2006/main" prst="rect">
            <a:avLst/>
          </a:prstGeom>
        </p:spPr>
      </p:pic>
    </p:spTree>
    <p:extLst>
      <p:ext uri="{BB962C8B-B14F-4D97-AF65-F5344CB8AC3E}">
        <p14:creationId xmlns:p14="http://schemas.microsoft.com/office/powerpoint/2010/main" val="719056143"/>
      </p:ext>
    </p:extLst>
  </p:cSld>
</p:sld>
</file>

<file path=ppt/slides/slide8.xml><?xml version="1.0" encoding="utf-8"?>
<p:sld xmlns:p="http://schemas.openxmlformats.org/presentationml/2006/main">
  <p:cSld>
    <p:bg>
      <p:bgPr>
        <a:solidFill xmlns:a="http://schemas.openxmlformats.org/drawingml/2006/main">
          <a:srgbClr val="201E59"/>
        </a:solidFill>
      </p:bgPr>
    </p:bg>
    <p:spTree>
      <p:nvGrpSpPr>
        <p:cNvPr id="1" name=""/>
        <p:cNvGrpSpPr/>
        <p:nvPr/>
      </p:nvGrpSpPr>
      <p:grpSpPr>
        <a:xfrm xmlns:a="http://schemas.openxmlformats.org/drawingml/2006/main"/>
      </p:grpSpPr>
      <p:sp>
        <p:nvSpPr>
          <p:cNvPr id="158" name="Google Shape;158;p9">
            <a:extLst xmlns:a="http://schemas.openxmlformats.org/drawingml/2006/main">
              <a:ext uri="{FF2B5EF4-FFF2-40B4-BE49-F238E27FC236}">
                <a16:creationId xmlns:a16="http://schemas.microsoft.com/office/drawing/2014/main" id="{BE12B87C-4002-5E5D-A9FE-A660FB0D3844}"/>
              </a:ext>
            </a:extLst>
          </p:cNvPr>
          <p:cNvSpPr>
            <a:spLocks xmlns:a="http://schemas.openxmlformats.org/drawingml/2006/main" noGrp="1"/>
          </p:cNvSpPr>
          <p:nvPr/>
        </p:nvSpPr>
        <p:spPr>
          <a:xfrm xmlns:a="http://schemas.openxmlformats.org/drawingml/2006/main">
            <a:off x="6643163" y="2727066"/>
            <a:ext cx="5001675" cy="4832868"/>
          </a:xfrm>
          <a:custGeom xmlns:a="http://schemas.openxmlformats.org/drawingml/2006/main">
            <a:rect l="l" t="t" r="r" b="b"/>
            <a:pathLst>
              <a:path w="5001675" h="4832868">
                <a:moveTo>
                  <a:pt x="0" y="0"/>
                </a:moveTo>
                <a:lnTo>
                  <a:pt x="5001674" y="0"/>
                </a:lnTo>
                <a:lnTo>
                  <a:pt x="5001674" y="4832868"/>
                </a:lnTo>
                <a:lnTo>
                  <a:pt x="0" y="4832868"/>
                </a:lnTo>
                <a:lnTo>
                  <a:pt x="0" y="0"/>
                </a:lnTo>
                <a:close/>
              </a:path>
            </a:pathLst>
          </a:custGeom>
          <a:blipFill xmlns:a="http://schemas.openxmlformats.org/drawingml/2006/main" rotWithShape="1">
            <a:blip xmlns:r="http://schemas.openxmlformats.org/officeDocument/2006/relationships" r:embed="R7d83ab1a0d46487a">
              <a:alphaModFix amt="5000"/>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59" name="Google Shape;159;p9">
            <a:extLst xmlns:a="http://schemas.openxmlformats.org/drawingml/2006/main">
              <a:ext uri="{FF2B5EF4-FFF2-40B4-BE49-F238E27FC236}">
                <a16:creationId xmlns:a16="http://schemas.microsoft.com/office/drawing/2014/main" id="{EDE537FE-84F0-7A48-8D60-583D365B321F}"/>
              </a:ext>
            </a:extLst>
          </p:cNvPr>
          <p:cNvSpPr>
            <a:spLocks xmlns:a="http://schemas.openxmlformats.org/drawingml/2006/main" noGrp="1"/>
          </p:cNvSpPr>
          <p:nvPr/>
        </p:nvSpPr>
        <p:spPr>
          <a:xfrm xmlns:a="http://schemas.openxmlformats.org/drawingml/2006/main">
            <a:off x="1028700" y="1428750"/>
            <a:ext cx="16192500" cy="11521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defPPr>
              <a:defRPr sz="8400" b="1">
                <a:solidFill>
                  <a:srgbClr val="FFFFFF"/>
                </a:solidFill>
              </a:defRPr>
            </a:defPPr>
            <a:lvl1pPr>
              <a:defRPr sz="8400" b="1">
                <a:solidFill>
                  <a:srgbClr val="FFFFFF"/>
                </a:solidFill>
              </a:defRPr>
            </a:lvl1pPr>
            <a:lvl2pPr>
              <a:defRPr sz="8400" b="1">
                <a:solidFill>
                  <a:srgbClr val="FFFFFF"/>
                </a:solidFill>
              </a:defRPr>
            </a:lvl2pPr>
            <a:lvl3pPr>
              <a:defRPr sz="8400" b="1">
                <a:solidFill>
                  <a:srgbClr val="FFFFFF"/>
                </a:solidFill>
              </a:defRPr>
            </a:lvl3pPr>
            <a:lvl4pPr>
              <a:defRPr sz="8400" b="1">
                <a:solidFill>
                  <a:srgbClr val="FFFFFF"/>
                </a:solidFill>
              </a:defRPr>
            </a:lvl4pPr>
            <a:lvl5pPr>
              <a:defRPr sz="8400" b="1">
                <a:solidFill>
                  <a:srgbClr val="FFFFFF"/>
                </a:solidFill>
              </a:defRPr>
            </a:lvl5pPr>
            <a:lvl6pPr>
              <a:defRPr sz="8400" b="1">
                <a:solidFill>
                  <a:srgbClr val="FFFFFF"/>
                </a:solidFill>
              </a:defRPr>
            </a:lvl6pPr>
            <a:lvl7pPr>
              <a:defRPr sz="8400" b="1">
                <a:solidFill>
                  <a:srgbClr val="FFFFFF"/>
                </a:solidFill>
              </a:defRPr>
            </a:lvl7pPr>
            <a:lvl8pPr>
              <a:defRPr sz="8400" b="1">
                <a:solidFill>
                  <a:srgbClr val="FFFFFF"/>
                </a:solidFill>
              </a:defRPr>
            </a:lvl8pPr>
            <a:lvl9pPr>
              <a:defRPr sz="8400" b="1">
                <a:solidFill>
                  <a:srgbClr val="FFFFFF"/>
                </a:solidFill>
              </a:defRPr>
            </a:lvl9pPr>
          </a:lstStyle>
          <a:p xmlns:a="http://schemas.openxmlformats.org/drawingml/2006/main">
            <a:pPr>
              <a:lnSpc>
                <a:spcPct val="90000"/>
              </a:lnSpc>
              <a:buSzPts val="14500"/>
              <a:buNone/>
              <a:defRPr sz="8400" b="1">
                <a:solidFill>
                  <a:srgbClr val="FFFFFF"/>
                </a:solidFill>
              </a:defRPr>
            </a:pPr>
            <a:r>
              <a:rPr sz="8400" b="1" i="0" u="none" strike="noStrike" cap="none">
                <a:solidFill>
                  <a:srgbClr val="FFFFFF"/>
                </a:solidFill>
                <a:latin typeface="Arial"/>
                <a:ea typeface="Arial"/>
                <a:cs typeface="Arial"/>
              </a:rPr>
              <a:t>References and credits</a:t>
            </a:r>
            <a:endParaRPr sz="1400" b="0" i="0" u="none" strike="noStrike" cap="none">
              <a:solidFill>
                <a:srgbClr val="000000"/>
              </a:solidFill>
              <a:latin typeface="Arial"/>
              <a:ea typeface="Arial"/>
              <a:cs typeface="Arial"/>
            </a:endParaRPr>
          </a:p>
        </p:txBody>
      </p:sp>
      <p:sp>
        <p:nvSpPr>
          <p:cNvPr id="160" name="Google Shape;160;p9">
            <a:extLst xmlns:a="http://schemas.openxmlformats.org/drawingml/2006/main">
              <a:ext uri="{FF2B5EF4-FFF2-40B4-BE49-F238E27FC236}">
                <a16:creationId xmlns:a16="http://schemas.microsoft.com/office/drawing/2014/main" id="{BCDE9F8A-2E81-0DFC-B3C8-B3CB804D465D}"/>
              </a:ext>
            </a:extLst>
          </p:cNvPr>
          <p:cNvSpPr>
            <a:spLocks xmlns:a="http://schemas.openxmlformats.org/drawingml/2006/main" noGrp="1"/>
          </p:cNvSpPr>
          <p:nvPr/>
        </p:nvSpPr>
        <p:spPr>
          <a:xfrm xmlns:a="http://schemas.openxmlformats.org/drawingml/2006/main">
            <a:off x="1028700" y="5048250"/>
            <a:ext cx="16097250" cy="30498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defPPr>
              <a:defRPr sz="3450">
                <a:solidFill>
                  <a:srgbClr val="FFFFFF"/>
                </a:solidFill>
              </a:defRPr>
            </a:defPPr>
            <a:lvl1pPr>
              <a:defRPr sz="3450">
                <a:solidFill>
                  <a:srgbClr val="FFFFFF"/>
                </a:solidFill>
              </a:defRPr>
            </a:lvl1pPr>
            <a:lvl2pPr>
              <a:defRPr sz="3450">
                <a:solidFill>
                  <a:srgbClr val="FFFFFF"/>
                </a:solidFill>
              </a:defRPr>
            </a:lvl2pPr>
            <a:lvl3pPr>
              <a:defRPr sz="3450">
                <a:solidFill>
                  <a:srgbClr val="FFFFFF"/>
                </a:solidFill>
              </a:defRPr>
            </a:lvl3pPr>
            <a:lvl4pPr>
              <a:defRPr sz="3450">
                <a:solidFill>
                  <a:srgbClr val="FFFFFF"/>
                </a:solidFill>
              </a:defRPr>
            </a:lvl4pPr>
            <a:lvl5pPr>
              <a:defRPr sz="3450">
                <a:solidFill>
                  <a:srgbClr val="FFFFFF"/>
                </a:solidFill>
              </a:defRPr>
            </a:lvl5pPr>
            <a:lvl6pPr>
              <a:defRPr sz="3450">
                <a:solidFill>
                  <a:srgbClr val="FFFFFF"/>
                </a:solidFill>
              </a:defRPr>
            </a:lvl6pPr>
            <a:lvl7pPr>
              <a:defRPr sz="3450">
                <a:solidFill>
                  <a:srgbClr val="FFFFFF"/>
                </a:solidFill>
              </a:defRPr>
            </a:lvl7pPr>
            <a:lvl8pPr>
              <a:defRPr sz="3450">
                <a:solidFill>
                  <a:srgbClr val="FFFFFF"/>
                </a:solidFill>
              </a:defRPr>
            </a:lvl8pPr>
            <a:lvl9pPr>
              <a:defRPr sz="3450">
                <a:solidFill>
                  <a:srgbClr val="FFFFFF"/>
                </a:solidFill>
              </a:defRPr>
            </a:lvl9pPr>
          </a:lstStyle>
          <a:p xmlns:a="http://schemas.openxmlformats.org/drawingml/2006/main">
            <a:pPr marL="302259" marR="0" lvl="1" algn="l">
              <a:lnSpc>
                <a:spcPct val="145016"/>
              </a:lnSpc>
              <a:spcBef>
                <a:spcPts val="0"/>
              </a:spcBef>
              <a:spcAft>
                <a:spcPts val="0"/>
              </a:spcAft>
              <a:buClr>
                <a:srgbClr val="FFFFFF"/>
              </a:buClr>
              <a:buSzPts val="2799"/>
              <a:buNone/>
              <a:defRPr sz="3450">
                <a:solidFill>
                  <a:srgbClr val="FFFFFF"/>
                </a:solidFill>
              </a:defRPr>
            </a:pPr>
            <a:r>
              <a:rPr sz="3450" b="0" i="0" u="none" strike="noStrike" cap="none">
                <a:solidFill>
                  <a:srgbClr val="FFFFFF"/>
                </a:solidFill>
                <a:latin typeface="Arial"/>
                <a:ea typeface="Arial"/>
                <a:cs typeface="Arial"/>
              </a:rPr>
              <a:t>USPS Household Diary Study / Household Mail Survey reports</a:t>
            </a:r>
          </a:p>
          <a:p xmlns:a="http://schemas.openxmlformats.org/drawingml/2006/main">
            <a:pPr marL="302259" lvl="1">
              <a:lnSpc>
                <a:spcPct val="145016"/>
              </a:lnSpc>
              <a:buClr>
                <a:srgbClr val="FFFFFF"/>
              </a:buClr>
              <a:buSzPts val="2799"/>
              <a:buNone/>
              <a:defRPr sz="3450">
                <a:solidFill>
                  <a:srgbClr val="FFFFFF"/>
                </a:solidFill>
              </a:defRPr>
            </a:pPr>
            <a:r>
              <a:rPr sz="3450" b="0" i="0" u="none" strike="noStrike" cap="none">
                <a:solidFill>
                  <a:srgbClr val="FFFFFF"/>
                </a:solidFill>
                <a:latin typeface="Arial"/>
                <a:ea typeface="Arial"/>
                <a:cs typeface="Arial"/>
              </a:rPr>
              <a:t>PRC public filings; FY2025 Tables 2.2–2.6</a:t>
            </a:r>
          </a:p>
          <a:p xmlns:a="http://schemas.openxmlformats.org/drawingml/2006/main">
            <a:pPr marL="302259" lvl="1">
              <a:lnSpc>
                <a:spcPct val="145016"/>
              </a:lnSpc>
              <a:buClr>
                <a:srgbClr val="FFFFFF"/>
              </a:buClr>
              <a:buSzPts val="2799"/>
              <a:buNone/>
              <a:defRPr sz="3450">
                <a:solidFill>
                  <a:srgbClr val="FFFFFF"/>
                </a:solidFill>
              </a:defRPr>
            </a:pPr>
            <a:r>
              <a:rPr sz="3450" b="0" i="0" u="none" strike="noStrike" cap="none">
                <a:solidFill>
                  <a:srgbClr val="FFFFFF"/>
                </a:solidFill>
                <a:latin typeface="Arial"/>
                <a:ea typeface="Arial"/>
                <a:cs typeface="Arial"/>
              </a:rPr>
              <a:t>Source library, methods and CSV files included locally</a:t>
            </a:r>
          </a:p>
          <a:p xmlns:a="http://schemas.openxmlformats.org/drawingml/2006/main">
            <a:pPr marL="302259" lvl="1">
              <a:lnSpc>
                <a:spcPct val="145016"/>
              </a:lnSpc>
              <a:buClr>
                <a:srgbClr val="FFFFFF"/>
              </a:buClr>
              <a:buSzPts val="2799"/>
              <a:buNone/>
              <a:defRPr sz="3450">
                <a:solidFill>
                  <a:srgbClr val="FFFFFF"/>
                </a:solidFill>
              </a:defRPr>
            </a:pPr>
            <a:r>
              <a:rPr sz="3450">
                <a:solidFill>
                  <a:srgbClr val="FFFFFF"/>
                </a:solidFill>
              </a:rPr>
              <a:t>Team Mailers · Built with assistance from OpenAI Codex</a:t>
            </a:r>
            <a:endParaRPr sz="2799" b="0" i="0" u="none" strike="noStrike" cap="none">
              <a:solidFill>
                <a:srgbClr val="FFFFFF"/>
              </a:solidFill>
              <a:latin typeface="Arial"/>
              <a:ea typeface="Arial"/>
              <a:cs typeface="Arial"/>
            </a:endParaRPr>
          </a:p>
        </p:txBody>
      </p:sp>
      <p:sp>
        <p:nvSpPr>
          <p:cNvPr id="161" name="Google Shape;161;p9">
            <a:extLst xmlns:a="http://schemas.openxmlformats.org/drawingml/2006/main">
              <a:ext uri="{FF2B5EF4-FFF2-40B4-BE49-F238E27FC236}">
                <a16:creationId xmlns:a16="http://schemas.microsoft.com/office/drawing/2014/main" id="{FDC81618-1FAC-9897-B83C-A3179F4121EA}"/>
              </a:ext>
            </a:extLst>
          </p:cNvPr>
          <p:cNvSpPr>
            <a:spLocks xmlns:a="http://schemas.openxmlformats.org/drawingml/2006/main" noGrp="1"/>
          </p:cNvSpPr>
          <p:nvPr/>
        </p:nvSpPr>
        <p:spPr>
          <a:xfrm xmlns:a="http://schemas.openxmlformats.org/drawingml/2006/main">
            <a:off x="16626678" y="9258300"/>
            <a:ext cx="632622" cy="293306"/>
          </a:xfrm>
          <a:custGeom xmlns:a="http://schemas.openxmlformats.org/drawingml/2006/main">
            <a:rect l="l" t="t" r="r" b="b"/>
            <a:pathLst>
              <a:path w="632622" h="293306">
                <a:moveTo>
                  <a:pt x="0" y="0"/>
                </a:moveTo>
                <a:lnTo>
                  <a:pt x="632622" y="0"/>
                </a:lnTo>
                <a:lnTo>
                  <a:pt x="632622" y="293306"/>
                </a:lnTo>
                <a:lnTo>
                  <a:pt x="0" y="293306"/>
                </a:lnTo>
                <a:lnTo>
                  <a:pt x="0" y="0"/>
                </a:lnTo>
                <a:close/>
              </a:path>
            </a:pathLst>
          </a:custGeom>
          <a:blipFill xmlns:a="http://schemas.openxmlformats.org/drawingml/2006/main" rotWithShape="1">
            <a:blip xmlns:r="http://schemas.openxmlformats.org/officeDocument/2006/relationships" r:embed="Radd871679c7b42dc">
              <a:alphaModFix/>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pic>
        <p:nvPicPr>
          <p:cNvPr id="162" name="Google Shape;162;p9">
            <a:extLst xmlns:a="http://schemas.openxmlformats.org/drawingml/2006/main">
              <a:ext uri="{FF2B5EF4-FFF2-40B4-BE49-F238E27FC236}">
                <a16:creationId xmlns:a16="http://schemas.microsoft.com/office/drawing/2014/main" id="{D85D96C9-7267-4157-BB0E-E59D6EBBDFA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8f88e54ab1648dc">
            <a:alphaModFix/>
          </a:blip>
          <a:srcRect xmlns:a="http://schemas.openxmlformats.org/drawingml/2006/main" l="15609" t="29934" r="16708" b="44852"/>
          <a:stretch xmlns:a="http://schemas.openxmlformats.org/drawingml/2006/main"/>
        </p:blipFill>
        <p:spPr>
          <a:xfrm xmlns:a="http://schemas.openxmlformats.org/drawingml/2006/main">
            <a:off x="13974933" y="162624"/>
            <a:ext cx="4313066" cy="1606764"/>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681391075"/>
      </p:ext>
    </p:extLst>
  </p:cSld>
</p:sld>
</file>

<file path=ppt/slides/slide9.xml><?xml version="1.0" encoding="utf-8"?>
<p:sld xmlns:p="http://schemas.openxmlformats.org/presentationml/2006/main">
  <p:cSld>
    <p:bg>
      <p:bgPr>
        <a:solidFill xmlns:a="http://schemas.openxmlformats.org/drawingml/2006/main">
          <a:srgbClr val="201E59"/>
        </a:solidFill>
      </p:bgPr>
    </p:bg>
    <p:spTree>
      <p:nvGrpSpPr>
        <p:cNvPr id="1" name=""/>
        <p:cNvGrpSpPr/>
        <p:nvPr/>
      </p:nvGrpSpPr>
      <p:grpSpPr>
        <a:xfrm xmlns:a="http://schemas.openxmlformats.org/drawingml/2006/main"/>
      </p:grpSpPr>
      <p:sp>
        <p:nvSpPr>
          <p:cNvPr id="158" name="Google Shape;158;p9">
            <a:extLst xmlns:a="http://schemas.openxmlformats.org/drawingml/2006/main">
              <a:ext uri="{FF2B5EF4-FFF2-40B4-BE49-F238E27FC236}">
                <a16:creationId xmlns:a16="http://schemas.microsoft.com/office/drawing/2014/main" id="{35971845-1CE8-08EE-1DAD-13D640E9EB1C}"/>
              </a:ext>
            </a:extLst>
          </p:cNvPr>
          <p:cNvSpPr>
            <a:spLocks xmlns:a="http://schemas.openxmlformats.org/drawingml/2006/main" noGrp="1"/>
          </p:cNvSpPr>
          <p:nvPr/>
        </p:nvSpPr>
        <p:spPr>
          <a:xfrm xmlns:a="http://schemas.openxmlformats.org/drawingml/2006/main">
            <a:off x="6643163" y="2727066"/>
            <a:ext cx="5001675" cy="4832868"/>
          </a:xfrm>
          <a:custGeom xmlns:a="http://schemas.openxmlformats.org/drawingml/2006/main">
            <a:rect l="l" t="t" r="r" b="b"/>
            <a:pathLst>
              <a:path w="5001675" h="4832868">
                <a:moveTo>
                  <a:pt x="0" y="0"/>
                </a:moveTo>
                <a:lnTo>
                  <a:pt x="5001674" y="0"/>
                </a:lnTo>
                <a:lnTo>
                  <a:pt x="5001674" y="4832868"/>
                </a:lnTo>
                <a:lnTo>
                  <a:pt x="0" y="4832868"/>
                </a:lnTo>
                <a:lnTo>
                  <a:pt x="0" y="0"/>
                </a:lnTo>
                <a:close/>
              </a:path>
            </a:pathLst>
          </a:custGeom>
          <a:blipFill xmlns:a="http://schemas.openxmlformats.org/drawingml/2006/main" rotWithShape="1">
            <a:blip xmlns:r="http://schemas.openxmlformats.org/officeDocument/2006/relationships" r:embed="R31105da88f2c42d1">
              <a:alphaModFix amt="5000"/>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59" name="Google Shape;159;p9">
            <a:extLst xmlns:a="http://schemas.openxmlformats.org/drawingml/2006/main">
              <a:ext uri="{FF2B5EF4-FFF2-40B4-BE49-F238E27FC236}">
                <a16:creationId xmlns:a16="http://schemas.microsoft.com/office/drawing/2014/main" id="{DB4BD587-B7C3-BB5F-988B-A5FFFE863CCC}"/>
              </a:ext>
            </a:extLst>
          </p:cNvPr>
          <p:cNvSpPr>
            <a:spLocks xmlns:a="http://schemas.openxmlformats.org/drawingml/2006/main" noGrp="1"/>
          </p:cNvSpPr>
          <p:nvPr/>
        </p:nvSpPr>
        <p:spPr>
          <a:xfrm xmlns:a="http://schemas.openxmlformats.org/drawingml/2006/main">
            <a:off x="1028700" y="3543450"/>
            <a:ext cx="16230600" cy="11521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defPPr>
              <a:defRPr sz="8400" b="1">
                <a:solidFill>
                  <a:srgbClr val="FFFFFF"/>
                </a:solidFill>
              </a:defRPr>
            </a:defPPr>
            <a:lvl1pPr>
              <a:defRPr sz="8400" b="1">
                <a:solidFill>
                  <a:srgbClr val="FFFFFF"/>
                </a:solidFill>
              </a:defRPr>
            </a:lvl1pPr>
            <a:lvl2pPr>
              <a:defRPr sz="8400" b="1">
                <a:solidFill>
                  <a:srgbClr val="FFFFFF"/>
                </a:solidFill>
              </a:defRPr>
            </a:lvl2pPr>
            <a:lvl3pPr>
              <a:defRPr sz="8400" b="1">
                <a:solidFill>
                  <a:srgbClr val="FFFFFF"/>
                </a:solidFill>
              </a:defRPr>
            </a:lvl3pPr>
            <a:lvl4pPr>
              <a:defRPr sz="8400" b="1">
                <a:solidFill>
                  <a:srgbClr val="FFFFFF"/>
                </a:solidFill>
              </a:defRPr>
            </a:lvl4pPr>
            <a:lvl5pPr>
              <a:defRPr sz="8400" b="1">
                <a:solidFill>
                  <a:srgbClr val="FFFFFF"/>
                </a:solidFill>
              </a:defRPr>
            </a:lvl5pPr>
            <a:lvl6pPr>
              <a:defRPr sz="8400" b="1">
                <a:solidFill>
                  <a:srgbClr val="FFFFFF"/>
                </a:solidFill>
              </a:defRPr>
            </a:lvl6pPr>
            <a:lvl7pPr>
              <a:defRPr sz="8400" b="1">
                <a:solidFill>
                  <a:srgbClr val="FFFFFF"/>
                </a:solidFill>
              </a:defRPr>
            </a:lvl7pPr>
            <a:lvl8pPr>
              <a:defRPr sz="8400" b="1">
                <a:solidFill>
                  <a:srgbClr val="FFFFFF"/>
                </a:solidFill>
              </a:defRPr>
            </a:lvl8pPr>
            <a:lvl9pPr>
              <a:defRPr sz="8400" b="1">
                <a:solidFill>
                  <a:srgbClr val="FFFFFF"/>
                </a:solidFill>
              </a:defRPr>
            </a:lvl9pPr>
          </a:lstStyle>
          <a:p xmlns:a="http://schemas.openxmlformats.org/drawingml/2006/main">
            <a:pPr>
              <a:lnSpc>
                <a:spcPct val="90000"/>
              </a:lnSpc>
              <a:buSzPts val="14500"/>
              <a:buNone/>
              <a:defRPr sz="8400" b="1">
                <a:solidFill>
                  <a:srgbClr val="FFFFFF"/>
                </a:solidFill>
              </a:defRPr>
            </a:pPr>
            <a:r>
              <a:rPr sz="8400" b="1" i="0" u="none" strike="noStrike" cap="none">
                <a:solidFill>
                  <a:srgbClr val="FFFFFF"/>
                </a:solidFill>
                <a:latin typeface="Arial"/>
                <a:ea typeface="Arial"/>
                <a:cs typeface="Arial"/>
              </a:rPr>
              <a:t>Questions and discussion</a:t>
            </a:r>
            <a:endParaRPr sz="1400" b="0" i="0" u="none" strike="noStrike" cap="none">
              <a:solidFill>
                <a:srgbClr val="000000"/>
              </a:solidFill>
              <a:latin typeface="Arial"/>
              <a:ea typeface="Arial"/>
              <a:cs typeface="Arial"/>
            </a:endParaRPr>
          </a:p>
        </p:txBody>
      </p:sp>
      <p:pic>
        <p:nvPicPr>
          <p:cNvPr id="162" name="Google Shape;162;p9">
            <a:extLst xmlns:a="http://schemas.openxmlformats.org/drawingml/2006/main">
              <a:ext uri="{FF2B5EF4-FFF2-40B4-BE49-F238E27FC236}">
                <a16:creationId xmlns:a16="http://schemas.microsoft.com/office/drawing/2014/main" id="{19D904BF-85B4-4A7E-8F2E-B7049961D38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6fbdc9430674042">
            <a:alphaModFix/>
          </a:blip>
          <a:srcRect xmlns:a="http://schemas.openxmlformats.org/drawingml/2006/main" l="15609" t="29934" r="16708" b="44852"/>
          <a:stretch xmlns:a="http://schemas.openxmlformats.org/drawingml/2006/main"/>
        </p:blipFill>
        <p:spPr>
          <a:xfrm xmlns:a="http://schemas.openxmlformats.org/drawingml/2006/main">
            <a:off x="13974933" y="162624"/>
            <a:ext cx="4313066" cy="1606764"/>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727931683"/>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2026-10-28T03:55:56.8190000Z</dcterms:created>
  <dcterms:modified xsi:type="dcterms:W3CDTF">2026-10-28T03:55:56.8190000Z</dcterms:modified>
</coreProperties>
</file>